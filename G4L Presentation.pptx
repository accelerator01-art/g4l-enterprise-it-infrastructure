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05" r:id="rId4"/>
  </p:sldMasterIdLst>
  <p:notesMasterIdLst>
    <p:notesMasterId r:id="rId36"/>
  </p:notesMasterIdLst>
  <p:handoutMasterIdLst>
    <p:handoutMasterId r:id="rId37"/>
  </p:handoutMasterIdLst>
  <p:sldIdLst>
    <p:sldId id="256" r:id="rId5"/>
    <p:sldId id="257" r:id="rId6"/>
    <p:sldId id="274" r:id="rId7"/>
    <p:sldId id="260" r:id="rId8"/>
    <p:sldId id="278" r:id="rId9"/>
    <p:sldId id="295" r:id="rId10"/>
    <p:sldId id="262" r:id="rId11"/>
    <p:sldId id="263" r:id="rId12"/>
    <p:sldId id="264" r:id="rId13"/>
    <p:sldId id="265" r:id="rId14"/>
    <p:sldId id="266" r:id="rId15"/>
    <p:sldId id="267" r:id="rId16"/>
    <p:sldId id="279" r:id="rId17"/>
    <p:sldId id="268" r:id="rId18"/>
    <p:sldId id="269" r:id="rId19"/>
    <p:sldId id="270" r:id="rId20"/>
    <p:sldId id="271" r:id="rId21"/>
    <p:sldId id="280" r:id="rId22"/>
    <p:sldId id="281" r:id="rId23"/>
    <p:sldId id="282" r:id="rId24"/>
    <p:sldId id="283" r:id="rId25"/>
    <p:sldId id="287" r:id="rId26"/>
    <p:sldId id="289" r:id="rId27"/>
    <p:sldId id="290" r:id="rId28"/>
    <p:sldId id="293" r:id="rId29"/>
    <p:sldId id="294" r:id="rId30"/>
    <p:sldId id="296" r:id="rId31"/>
    <p:sldId id="284" r:id="rId32"/>
    <p:sldId id="285" r:id="rId33"/>
    <p:sldId id="286" r:id="rId34"/>
    <p:sldId id="276"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DC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A1A71D-1A33-0FE0-E557-9C7D97DB18EB}" v="7" dt="2025-10-22T20:37:56.994"/>
    <p1510:client id="{649F6CEE-6C68-7281-5B55-8350DBAEFB4D}" v="568" dt="2025-10-23T10:12:42.575"/>
  </p1510:revLst>
</p1510:revInfo>
</file>

<file path=ppt/tableStyles.xml><?xml version="1.0" encoding="utf-8"?>
<a:tblStyleLst xmlns:a="http://schemas.openxmlformats.org/drawingml/2006/main" def="{5C22544A-7EE6-4342-B048-85BDC9FD1C3A}">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41" autoAdjust="0"/>
  </p:normalViewPr>
  <p:slideViewPr>
    <p:cSldViewPr snapToGrid="0">
      <p:cViewPr varScale="1">
        <p:scale>
          <a:sx n="105" d="100"/>
          <a:sy n="105" d="100"/>
        </p:scale>
        <p:origin x="834" y="96"/>
      </p:cViewPr>
      <p:guideLst/>
    </p:cSldViewPr>
  </p:slideViewPr>
  <p:outlineViewPr>
    <p:cViewPr>
      <p:scale>
        <a:sx n="33" d="100"/>
        <a:sy n="33" d="100"/>
      </p:scale>
      <p:origin x="0" y="-21773"/>
    </p:cViewPr>
  </p:outlin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8/10/relationships/authors" Targe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D1A5C42-4636-4A6A-9001-CA7CD97B08E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9CC57720-6EA2-4C0E-AB19-0A22BCDB839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7D70DC-E6D5-4048-8AC5-67F4E92F0736}" type="datetimeFigureOut">
              <a:rPr lang="en-US" smtClean="0"/>
              <a:t>10/23/2025</a:t>
            </a:fld>
            <a:endParaRPr lang="en-US" dirty="0"/>
          </a:p>
        </p:txBody>
      </p:sp>
      <p:sp>
        <p:nvSpPr>
          <p:cNvPr id="4" name="Footer Placeholder 3">
            <a:extLst>
              <a:ext uri="{FF2B5EF4-FFF2-40B4-BE49-F238E27FC236}">
                <a16:creationId xmlns:a16="http://schemas.microsoft.com/office/drawing/2014/main" id="{E34AC616-D2D2-4742-9683-2A537932A10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A7EE012-E187-4EEE-9C2F-2125BF40862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481155F-8354-4019-9356-1A95703B072D}" type="slidenum">
              <a:rPr lang="en-US" smtClean="0"/>
              <a:t>‹#›</a:t>
            </a:fld>
            <a:endParaRPr lang="en-US" dirty="0"/>
          </a:p>
        </p:txBody>
      </p:sp>
    </p:spTree>
    <p:extLst>
      <p:ext uri="{BB962C8B-B14F-4D97-AF65-F5344CB8AC3E}">
        <p14:creationId xmlns:p14="http://schemas.microsoft.com/office/powerpoint/2010/main" val="25946059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56C02F-3406-42DD-8956-B66C2D710E25}" type="datetimeFigureOut">
              <a:rPr lang="en-US" smtClean="0"/>
              <a:t>10/23/2025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71D96E-4CA2-485E-9EE5-CEB7143ACC3B}" type="slidenum">
              <a:rPr lang="en-US" smtClean="0"/>
              <a:t>‹#›</a:t>
            </a:fld>
            <a:endParaRPr lang="en-US" dirty="0"/>
          </a:p>
        </p:txBody>
      </p:sp>
    </p:spTree>
    <p:extLst>
      <p:ext uri="{BB962C8B-B14F-4D97-AF65-F5344CB8AC3E}">
        <p14:creationId xmlns:p14="http://schemas.microsoft.com/office/powerpoint/2010/main" val="35111850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E4E30-9718-ADE6-A7FE-E68D186F314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26B4B4C-7466-746F-3692-C78F797777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AA3F47A-9888-5FA9-197D-1C0C9F03C042}"/>
              </a:ext>
            </a:extLst>
          </p:cNvPr>
          <p:cNvSpPr>
            <a:spLocks noGrp="1"/>
          </p:cNvSpPr>
          <p:nvPr>
            <p:ph type="dt" sz="half" idx="10"/>
          </p:nvPr>
        </p:nvSpPr>
        <p:spPr/>
        <p:txBody>
          <a:bodyPr/>
          <a:lstStyle/>
          <a:p>
            <a:r>
              <a:rPr lang="en-US"/>
              <a:t>8/06/20XX</a:t>
            </a:r>
            <a:endParaRPr lang="en-US" dirty="0"/>
          </a:p>
        </p:txBody>
      </p:sp>
      <p:sp>
        <p:nvSpPr>
          <p:cNvPr id="5" name="Footer Placeholder 4">
            <a:extLst>
              <a:ext uri="{FF2B5EF4-FFF2-40B4-BE49-F238E27FC236}">
                <a16:creationId xmlns:a16="http://schemas.microsoft.com/office/drawing/2014/main" id="{800E6A24-E039-0147-47CB-46A83E276989}"/>
              </a:ext>
            </a:extLst>
          </p:cNvPr>
          <p:cNvSpPr>
            <a:spLocks noGrp="1"/>
          </p:cNvSpPr>
          <p:nvPr>
            <p:ph type="ftr" sz="quarter" idx="11"/>
          </p:nvPr>
        </p:nvSpPr>
        <p:spPr/>
        <p:txBody>
          <a:bodyPr/>
          <a:lstStyle/>
          <a:p>
            <a:r>
              <a:rPr lang="en-US"/>
              <a:t>PITCH DECK</a:t>
            </a:r>
            <a:endParaRPr lang="en-US" dirty="0"/>
          </a:p>
        </p:txBody>
      </p:sp>
      <p:sp>
        <p:nvSpPr>
          <p:cNvPr id="6" name="Slide Number Placeholder 5">
            <a:extLst>
              <a:ext uri="{FF2B5EF4-FFF2-40B4-BE49-F238E27FC236}">
                <a16:creationId xmlns:a16="http://schemas.microsoft.com/office/drawing/2014/main" id="{94E02C92-3EFD-9CB4-7612-22025B19686A}"/>
              </a:ext>
            </a:extLst>
          </p:cNvPr>
          <p:cNvSpPr>
            <a:spLocks noGrp="1"/>
          </p:cNvSpPr>
          <p:nvPr>
            <p:ph type="sldNum" sz="quarter" idx="12"/>
          </p:nvPr>
        </p:nvSpPr>
        <p:spPr/>
        <p:txBody>
          <a:bodyPr/>
          <a:lstStyle/>
          <a:p>
            <a:fld id="{A402E4C0-AD5E-4E8C-9F21-7CCE474BDCEB}" type="slidenum">
              <a:rPr lang="en-US" smtClean="0"/>
              <a:pPr/>
              <a:t>‹#›</a:t>
            </a:fld>
            <a:endParaRPr lang="en-US" dirty="0"/>
          </a:p>
        </p:txBody>
      </p:sp>
    </p:spTree>
    <p:extLst>
      <p:ext uri="{BB962C8B-B14F-4D97-AF65-F5344CB8AC3E}">
        <p14:creationId xmlns:p14="http://schemas.microsoft.com/office/powerpoint/2010/main" val="1674979070"/>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CB0F5-EDA9-D108-48B5-ECAB58F99C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531D55-7C55-0F42-541A-F5F2C36A6A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B0F110-4125-321F-A614-010E15BF9559}"/>
              </a:ext>
            </a:extLst>
          </p:cNvPr>
          <p:cNvSpPr>
            <a:spLocks noGrp="1"/>
          </p:cNvSpPr>
          <p:nvPr>
            <p:ph type="dt" sz="half" idx="10"/>
          </p:nvPr>
        </p:nvSpPr>
        <p:spPr/>
        <p:txBody>
          <a:bodyPr/>
          <a:lstStyle/>
          <a:p>
            <a:r>
              <a:rPr lang="en-US"/>
              <a:t>8/06/20XX</a:t>
            </a:r>
            <a:endParaRPr lang="en-US" dirty="0"/>
          </a:p>
        </p:txBody>
      </p:sp>
      <p:sp>
        <p:nvSpPr>
          <p:cNvPr id="5" name="Footer Placeholder 4">
            <a:extLst>
              <a:ext uri="{FF2B5EF4-FFF2-40B4-BE49-F238E27FC236}">
                <a16:creationId xmlns:a16="http://schemas.microsoft.com/office/drawing/2014/main" id="{AFE90B40-A7F6-2C07-4475-A3B6F8B1991E}"/>
              </a:ext>
            </a:extLst>
          </p:cNvPr>
          <p:cNvSpPr>
            <a:spLocks noGrp="1"/>
          </p:cNvSpPr>
          <p:nvPr>
            <p:ph type="ftr" sz="quarter" idx="11"/>
          </p:nvPr>
        </p:nvSpPr>
        <p:spPr/>
        <p:txBody>
          <a:bodyPr/>
          <a:lstStyle/>
          <a:p>
            <a:r>
              <a:rPr lang="en-US"/>
              <a:t>PITCH DECK</a:t>
            </a:r>
            <a:endParaRPr lang="en-US" dirty="0"/>
          </a:p>
        </p:txBody>
      </p:sp>
      <p:sp>
        <p:nvSpPr>
          <p:cNvPr id="6" name="Slide Number Placeholder 5">
            <a:extLst>
              <a:ext uri="{FF2B5EF4-FFF2-40B4-BE49-F238E27FC236}">
                <a16:creationId xmlns:a16="http://schemas.microsoft.com/office/drawing/2014/main" id="{482D68EF-393E-400C-A1D6-66F98313614F}"/>
              </a:ext>
            </a:extLst>
          </p:cNvPr>
          <p:cNvSpPr>
            <a:spLocks noGrp="1"/>
          </p:cNvSpPr>
          <p:nvPr>
            <p:ph type="sldNum" sz="quarter" idx="12"/>
          </p:nvPr>
        </p:nvSpPr>
        <p:spPr/>
        <p:txBody>
          <a:bodyPr/>
          <a:lstStyle/>
          <a:p>
            <a:fld id="{A402E4C0-AD5E-4E8C-9F21-7CCE474BDCEB}" type="slidenum">
              <a:rPr lang="en-US" smtClean="0"/>
              <a:pPr/>
              <a:t>‹#›</a:t>
            </a:fld>
            <a:endParaRPr lang="en-US" dirty="0"/>
          </a:p>
        </p:txBody>
      </p:sp>
    </p:spTree>
    <p:extLst>
      <p:ext uri="{BB962C8B-B14F-4D97-AF65-F5344CB8AC3E}">
        <p14:creationId xmlns:p14="http://schemas.microsoft.com/office/powerpoint/2010/main" val="860136996"/>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C49CA-A38B-4807-F168-8F13C37407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E12A400-6FA7-0D70-A8DC-011BF05E4E0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66E8A5A-FF84-B7F6-D062-44BAA5D2382E}"/>
              </a:ext>
            </a:extLst>
          </p:cNvPr>
          <p:cNvSpPr>
            <a:spLocks noGrp="1"/>
          </p:cNvSpPr>
          <p:nvPr>
            <p:ph type="dt" sz="half" idx="10"/>
          </p:nvPr>
        </p:nvSpPr>
        <p:spPr/>
        <p:txBody>
          <a:bodyPr/>
          <a:lstStyle/>
          <a:p>
            <a:r>
              <a:rPr lang="en-US"/>
              <a:t>8/06/20XX</a:t>
            </a:r>
            <a:endParaRPr lang="en-US" dirty="0"/>
          </a:p>
        </p:txBody>
      </p:sp>
      <p:sp>
        <p:nvSpPr>
          <p:cNvPr id="5" name="Footer Placeholder 4">
            <a:extLst>
              <a:ext uri="{FF2B5EF4-FFF2-40B4-BE49-F238E27FC236}">
                <a16:creationId xmlns:a16="http://schemas.microsoft.com/office/drawing/2014/main" id="{B43A6C1A-C014-B7CA-C272-29906A7A107F}"/>
              </a:ext>
            </a:extLst>
          </p:cNvPr>
          <p:cNvSpPr>
            <a:spLocks noGrp="1"/>
          </p:cNvSpPr>
          <p:nvPr>
            <p:ph type="ftr" sz="quarter" idx="11"/>
          </p:nvPr>
        </p:nvSpPr>
        <p:spPr/>
        <p:txBody>
          <a:bodyPr/>
          <a:lstStyle/>
          <a:p>
            <a:r>
              <a:rPr lang="en-US"/>
              <a:t>PITCH DECK</a:t>
            </a:r>
            <a:endParaRPr lang="en-US" dirty="0"/>
          </a:p>
        </p:txBody>
      </p:sp>
      <p:sp>
        <p:nvSpPr>
          <p:cNvPr id="6" name="Slide Number Placeholder 5">
            <a:extLst>
              <a:ext uri="{FF2B5EF4-FFF2-40B4-BE49-F238E27FC236}">
                <a16:creationId xmlns:a16="http://schemas.microsoft.com/office/drawing/2014/main" id="{735E16CB-5453-8D7B-562C-AED61D263D7F}"/>
              </a:ext>
            </a:extLst>
          </p:cNvPr>
          <p:cNvSpPr>
            <a:spLocks noGrp="1"/>
          </p:cNvSpPr>
          <p:nvPr>
            <p:ph type="sldNum" sz="quarter" idx="12"/>
          </p:nvPr>
        </p:nvSpPr>
        <p:spPr/>
        <p:txBody>
          <a:bodyPr/>
          <a:lstStyle/>
          <a:p>
            <a:fld id="{A402E4C0-AD5E-4E8C-9F21-7CCE474BDCEB}" type="slidenum">
              <a:rPr lang="en-US" smtClean="0"/>
              <a:pPr/>
              <a:t>‹#›</a:t>
            </a:fld>
            <a:endParaRPr lang="en-US" dirty="0"/>
          </a:p>
        </p:txBody>
      </p:sp>
    </p:spTree>
    <p:extLst>
      <p:ext uri="{BB962C8B-B14F-4D97-AF65-F5344CB8AC3E}">
        <p14:creationId xmlns:p14="http://schemas.microsoft.com/office/powerpoint/2010/main" val="3147811140"/>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BE12E-327B-82E0-C729-0C709EE676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1813978-681F-E711-9B16-A68BC4D3F1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1D6B6E-7B2D-B929-2BA0-5050E56F8DF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0DC25B5-258C-6978-DC44-EF52D23EF1A3}"/>
              </a:ext>
            </a:extLst>
          </p:cNvPr>
          <p:cNvSpPr>
            <a:spLocks noGrp="1"/>
          </p:cNvSpPr>
          <p:nvPr>
            <p:ph type="dt" sz="half" idx="10"/>
          </p:nvPr>
        </p:nvSpPr>
        <p:spPr/>
        <p:txBody>
          <a:bodyPr/>
          <a:lstStyle/>
          <a:p>
            <a:r>
              <a:rPr lang="en-US"/>
              <a:t>8/06/20XX</a:t>
            </a:r>
            <a:endParaRPr lang="en-US" dirty="0"/>
          </a:p>
        </p:txBody>
      </p:sp>
      <p:sp>
        <p:nvSpPr>
          <p:cNvPr id="6" name="Footer Placeholder 5">
            <a:extLst>
              <a:ext uri="{FF2B5EF4-FFF2-40B4-BE49-F238E27FC236}">
                <a16:creationId xmlns:a16="http://schemas.microsoft.com/office/drawing/2014/main" id="{D5AB8DEE-383B-FCC5-4645-C75907BBB176}"/>
              </a:ext>
            </a:extLst>
          </p:cNvPr>
          <p:cNvSpPr>
            <a:spLocks noGrp="1"/>
          </p:cNvSpPr>
          <p:nvPr>
            <p:ph type="ftr" sz="quarter" idx="11"/>
          </p:nvPr>
        </p:nvSpPr>
        <p:spPr/>
        <p:txBody>
          <a:bodyPr/>
          <a:lstStyle/>
          <a:p>
            <a:r>
              <a:rPr lang="en-US"/>
              <a:t>PITCH DECK</a:t>
            </a:r>
            <a:endParaRPr lang="en-US" dirty="0"/>
          </a:p>
        </p:txBody>
      </p:sp>
      <p:sp>
        <p:nvSpPr>
          <p:cNvPr id="7" name="Slide Number Placeholder 6">
            <a:extLst>
              <a:ext uri="{FF2B5EF4-FFF2-40B4-BE49-F238E27FC236}">
                <a16:creationId xmlns:a16="http://schemas.microsoft.com/office/drawing/2014/main" id="{068E0223-CC1D-A3B5-B394-A1C50736B50E}"/>
              </a:ext>
            </a:extLst>
          </p:cNvPr>
          <p:cNvSpPr>
            <a:spLocks noGrp="1"/>
          </p:cNvSpPr>
          <p:nvPr>
            <p:ph type="sldNum" sz="quarter" idx="12"/>
          </p:nvPr>
        </p:nvSpPr>
        <p:spPr/>
        <p:txBody>
          <a:bodyPr/>
          <a:lstStyle/>
          <a:p>
            <a:fld id="{A402E4C0-AD5E-4E8C-9F21-7CCE474BDCEB}" type="slidenum">
              <a:rPr lang="en-US" smtClean="0"/>
              <a:pPr/>
              <a:t>‹#›</a:t>
            </a:fld>
            <a:endParaRPr lang="en-US" dirty="0"/>
          </a:p>
        </p:txBody>
      </p:sp>
    </p:spTree>
    <p:extLst>
      <p:ext uri="{BB962C8B-B14F-4D97-AF65-F5344CB8AC3E}">
        <p14:creationId xmlns:p14="http://schemas.microsoft.com/office/powerpoint/2010/main" val="2659704862"/>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E6AD3-D4A4-414F-3B90-34BB9810861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ECB297C-EA69-C2E2-C969-C656724DA1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9DF8B1-55F3-FC1C-6C1C-835381A11A0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11B3D96-3521-96CE-0C27-910A2E0246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6115E9-60F7-E1D7-3F6E-328432C790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C588FD-9AF6-D199-0868-782CF820A426}"/>
              </a:ext>
            </a:extLst>
          </p:cNvPr>
          <p:cNvSpPr>
            <a:spLocks noGrp="1"/>
          </p:cNvSpPr>
          <p:nvPr>
            <p:ph type="dt" sz="half" idx="10"/>
          </p:nvPr>
        </p:nvSpPr>
        <p:spPr/>
        <p:txBody>
          <a:bodyPr/>
          <a:lstStyle/>
          <a:p>
            <a:r>
              <a:rPr lang="en-US"/>
              <a:t>8/06/20XX</a:t>
            </a:r>
            <a:endParaRPr lang="en-US" dirty="0"/>
          </a:p>
        </p:txBody>
      </p:sp>
      <p:sp>
        <p:nvSpPr>
          <p:cNvPr id="8" name="Footer Placeholder 7">
            <a:extLst>
              <a:ext uri="{FF2B5EF4-FFF2-40B4-BE49-F238E27FC236}">
                <a16:creationId xmlns:a16="http://schemas.microsoft.com/office/drawing/2014/main" id="{37B433FA-E339-6C41-4DBD-91DE0EC8B0F8}"/>
              </a:ext>
            </a:extLst>
          </p:cNvPr>
          <p:cNvSpPr>
            <a:spLocks noGrp="1"/>
          </p:cNvSpPr>
          <p:nvPr>
            <p:ph type="ftr" sz="quarter" idx="11"/>
          </p:nvPr>
        </p:nvSpPr>
        <p:spPr/>
        <p:txBody>
          <a:bodyPr/>
          <a:lstStyle/>
          <a:p>
            <a:r>
              <a:rPr lang="en-US"/>
              <a:t>PITCH DECK</a:t>
            </a:r>
            <a:endParaRPr lang="en-US" dirty="0"/>
          </a:p>
        </p:txBody>
      </p:sp>
      <p:sp>
        <p:nvSpPr>
          <p:cNvPr id="9" name="Slide Number Placeholder 8">
            <a:extLst>
              <a:ext uri="{FF2B5EF4-FFF2-40B4-BE49-F238E27FC236}">
                <a16:creationId xmlns:a16="http://schemas.microsoft.com/office/drawing/2014/main" id="{F06C669A-A6DC-CA37-C0AF-136F79481306}"/>
              </a:ext>
            </a:extLst>
          </p:cNvPr>
          <p:cNvSpPr>
            <a:spLocks noGrp="1"/>
          </p:cNvSpPr>
          <p:nvPr>
            <p:ph type="sldNum" sz="quarter" idx="12"/>
          </p:nvPr>
        </p:nvSpPr>
        <p:spPr/>
        <p:txBody>
          <a:bodyPr/>
          <a:lstStyle/>
          <a:p>
            <a:fld id="{A402E4C0-AD5E-4E8C-9F21-7CCE474BDCEB}" type="slidenum">
              <a:rPr lang="en-US" smtClean="0"/>
              <a:pPr/>
              <a:t>‹#›</a:t>
            </a:fld>
            <a:endParaRPr lang="en-US" dirty="0"/>
          </a:p>
        </p:txBody>
      </p:sp>
    </p:spTree>
    <p:extLst>
      <p:ext uri="{BB962C8B-B14F-4D97-AF65-F5344CB8AC3E}">
        <p14:creationId xmlns:p14="http://schemas.microsoft.com/office/powerpoint/2010/main" val="2854419870"/>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939C2-6150-9FC6-ED42-0DB87E68721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73CF560-A871-5D63-4EF1-548ED14127A9}"/>
              </a:ext>
            </a:extLst>
          </p:cNvPr>
          <p:cNvSpPr>
            <a:spLocks noGrp="1"/>
          </p:cNvSpPr>
          <p:nvPr>
            <p:ph type="dt" sz="half" idx="10"/>
          </p:nvPr>
        </p:nvSpPr>
        <p:spPr/>
        <p:txBody>
          <a:bodyPr/>
          <a:lstStyle/>
          <a:p>
            <a:r>
              <a:rPr lang="en-US"/>
              <a:t>8/06/20XX</a:t>
            </a:r>
            <a:endParaRPr lang="en-US" dirty="0"/>
          </a:p>
        </p:txBody>
      </p:sp>
      <p:sp>
        <p:nvSpPr>
          <p:cNvPr id="4" name="Footer Placeholder 3">
            <a:extLst>
              <a:ext uri="{FF2B5EF4-FFF2-40B4-BE49-F238E27FC236}">
                <a16:creationId xmlns:a16="http://schemas.microsoft.com/office/drawing/2014/main" id="{96BA06B4-BE43-320B-CFE3-690F56AFC2EE}"/>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916373AC-B4FD-6840-6F00-8C7A9B399274}"/>
              </a:ext>
            </a:extLst>
          </p:cNvPr>
          <p:cNvSpPr>
            <a:spLocks noGrp="1"/>
          </p:cNvSpPr>
          <p:nvPr>
            <p:ph type="sldNum" sz="quarter" idx="12"/>
          </p:nvPr>
        </p:nvSpPr>
        <p:spPr/>
        <p:txBody>
          <a:bodyPr/>
          <a:lstStyle/>
          <a:p>
            <a:fld id="{A402E4C0-AD5E-4E8C-9F21-7CCE474BDCEB}" type="slidenum">
              <a:rPr lang="en-US" smtClean="0"/>
              <a:pPr/>
              <a:t>‹#›</a:t>
            </a:fld>
            <a:endParaRPr lang="en-US" dirty="0"/>
          </a:p>
        </p:txBody>
      </p:sp>
    </p:spTree>
    <p:extLst>
      <p:ext uri="{BB962C8B-B14F-4D97-AF65-F5344CB8AC3E}">
        <p14:creationId xmlns:p14="http://schemas.microsoft.com/office/powerpoint/2010/main" val="1739637375"/>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BEBB74-262B-F0B3-9717-42BD98C48370}"/>
              </a:ext>
            </a:extLst>
          </p:cNvPr>
          <p:cNvSpPr>
            <a:spLocks noGrp="1"/>
          </p:cNvSpPr>
          <p:nvPr>
            <p:ph type="dt" sz="half" idx="10"/>
          </p:nvPr>
        </p:nvSpPr>
        <p:spPr/>
        <p:txBody>
          <a:bodyPr/>
          <a:lstStyle/>
          <a:p>
            <a:r>
              <a:rPr lang="en-US"/>
              <a:t>8/06/20XX</a:t>
            </a:r>
            <a:endParaRPr lang="en-US" dirty="0"/>
          </a:p>
        </p:txBody>
      </p:sp>
      <p:sp>
        <p:nvSpPr>
          <p:cNvPr id="3" name="Footer Placeholder 2">
            <a:extLst>
              <a:ext uri="{FF2B5EF4-FFF2-40B4-BE49-F238E27FC236}">
                <a16:creationId xmlns:a16="http://schemas.microsoft.com/office/drawing/2014/main" id="{AD8640CF-ED39-FB3A-A089-B47A2DD68BF5}"/>
              </a:ext>
            </a:extLst>
          </p:cNvPr>
          <p:cNvSpPr>
            <a:spLocks noGrp="1"/>
          </p:cNvSpPr>
          <p:nvPr>
            <p:ph type="ftr" sz="quarter" idx="11"/>
          </p:nvPr>
        </p:nvSpPr>
        <p:spPr/>
        <p:txBody>
          <a:bodyPr/>
          <a:lstStyle/>
          <a:p>
            <a:r>
              <a:rPr lang="en-US"/>
              <a:t>PITCH DECK</a:t>
            </a:r>
            <a:endParaRPr lang="en-US" dirty="0"/>
          </a:p>
        </p:txBody>
      </p:sp>
      <p:sp>
        <p:nvSpPr>
          <p:cNvPr id="4" name="Slide Number Placeholder 3">
            <a:extLst>
              <a:ext uri="{FF2B5EF4-FFF2-40B4-BE49-F238E27FC236}">
                <a16:creationId xmlns:a16="http://schemas.microsoft.com/office/drawing/2014/main" id="{3DFB8E2D-D07E-65C9-96C0-4D8FAD62D6AA}"/>
              </a:ext>
            </a:extLst>
          </p:cNvPr>
          <p:cNvSpPr>
            <a:spLocks noGrp="1"/>
          </p:cNvSpPr>
          <p:nvPr>
            <p:ph type="sldNum" sz="quarter" idx="12"/>
          </p:nvPr>
        </p:nvSpPr>
        <p:spPr/>
        <p:txBody>
          <a:bodyPr/>
          <a:lstStyle/>
          <a:p>
            <a:fld id="{A402E4C0-AD5E-4E8C-9F21-7CCE474BDCEB}" type="slidenum">
              <a:rPr lang="en-US" smtClean="0"/>
              <a:pPr/>
              <a:t>‹#›</a:t>
            </a:fld>
            <a:endParaRPr lang="en-US" dirty="0"/>
          </a:p>
        </p:txBody>
      </p:sp>
    </p:spTree>
    <p:extLst>
      <p:ext uri="{BB962C8B-B14F-4D97-AF65-F5344CB8AC3E}">
        <p14:creationId xmlns:p14="http://schemas.microsoft.com/office/powerpoint/2010/main" val="3561175792"/>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873A9-1BDB-AF87-1F9F-23B3EB6D95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C793E7E-3D06-9809-7DB2-E4F4187E37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8F2B963-22A2-AE58-6D87-9A1840E327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D44048-1A2F-DBB1-5D38-814266963756}"/>
              </a:ext>
            </a:extLst>
          </p:cNvPr>
          <p:cNvSpPr>
            <a:spLocks noGrp="1"/>
          </p:cNvSpPr>
          <p:nvPr>
            <p:ph type="dt" sz="half" idx="10"/>
          </p:nvPr>
        </p:nvSpPr>
        <p:spPr/>
        <p:txBody>
          <a:bodyPr/>
          <a:lstStyle/>
          <a:p>
            <a:r>
              <a:rPr lang="en-US"/>
              <a:t>8/06/20XX</a:t>
            </a:r>
            <a:endParaRPr lang="en-US" dirty="0"/>
          </a:p>
        </p:txBody>
      </p:sp>
      <p:sp>
        <p:nvSpPr>
          <p:cNvPr id="6" name="Footer Placeholder 5">
            <a:extLst>
              <a:ext uri="{FF2B5EF4-FFF2-40B4-BE49-F238E27FC236}">
                <a16:creationId xmlns:a16="http://schemas.microsoft.com/office/drawing/2014/main" id="{F3F69C9C-B87D-ACC7-F89F-ED3FD3439A92}"/>
              </a:ext>
            </a:extLst>
          </p:cNvPr>
          <p:cNvSpPr>
            <a:spLocks noGrp="1"/>
          </p:cNvSpPr>
          <p:nvPr>
            <p:ph type="ftr" sz="quarter" idx="11"/>
          </p:nvPr>
        </p:nvSpPr>
        <p:spPr/>
        <p:txBody>
          <a:bodyPr/>
          <a:lstStyle/>
          <a:p>
            <a:r>
              <a:rPr lang="en-US"/>
              <a:t>PITCH DECK</a:t>
            </a:r>
            <a:endParaRPr lang="en-US" dirty="0"/>
          </a:p>
        </p:txBody>
      </p:sp>
      <p:sp>
        <p:nvSpPr>
          <p:cNvPr id="7" name="Slide Number Placeholder 6">
            <a:extLst>
              <a:ext uri="{FF2B5EF4-FFF2-40B4-BE49-F238E27FC236}">
                <a16:creationId xmlns:a16="http://schemas.microsoft.com/office/drawing/2014/main" id="{F1680F43-C406-EC10-A664-EAEA727BFCB0}"/>
              </a:ext>
            </a:extLst>
          </p:cNvPr>
          <p:cNvSpPr>
            <a:spLocks noGrp="1"/>
          </p:cNvSpPr>
          <p:nvPr>
            <p:ph type="sldNum" sz="quarter" idx="12"/>
          </p:nvPr>
        </p:nvSpPr>
        <p:spPr/>
        <p:txBody>
          <a:bodyPr/>
          <a:lstStyle/>
          <a:p>
            <a:fld id="{A402E4C0-AD5E-4E8C-9F21-7CCE474BDCEB}" type="slidenum">
              <a:rPr lang="en-US" smtClean="0"/>
              <a:pPr/>
              <a:t>‹#›</a:t>
            </a:fld>
            <a:endParaRPr lang="en-US" dirty="0"/>
          </a:p>
        </p:txBody>
      </p:sp>
    </p:spTree>
    <p:extLst>
      <p:ext uri="{BB962C8B-B14F-4D97-AF65-F5344CB8AC3E}">
        <p14:creationId xmlns:p14="http://schemas.microsoft.com/office/powerpoint/2010/main" val="3324757981"/>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D2DD4-1EE7-F872-AEC4-D5CEBDD579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F8AC4A4-E83F-F523-7E04-27FF6052EC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CA7981-E85F-5E22-1BBF-D9F540C561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2C81F0-5D29-85DB-1225-D241C1871524}"/>
              </a:ext>
            </a:extLst>
          </p:cNvPr>
          <p:cNvSpPr>
            <a:spLocks noGrp="1"/>
          </p:cNvSpPr>
          <p:nvPr>
            <p:ph type="dt" sz="half" idx="10"/>
          </p:nvPr>
        </p:nvSpPr>
        <p:spPr/>
        <p:txBody>
          <a:bodyPr/>
          <a:lstStyle/>
          <a:p>
            <a:r>
              <a:rPr lang="en-US"/>
              <a:t>8/06/20XX</a:t>
            </a:r>
            <a:endParaRPr lang="en-US" dirty="0"/>
          </a:p>
        </p:txBody>
      </p:sp>
      <p:sp>
        <p:nvSpPr>
          <p:cNvPr id="6" name="Footer Placeholder 5">
            <a:extLst>
              <a:ext uri="{FF2B5EF4-FFF2-40B4-BE49-F238E27FC236}">
                <a16:creationId xmlns:a16="http://schemas.microsoft.com/office/drawing/2014/main" id="{6C259608-4A0A-4785-9BC4-0B929D3BA5D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D4A97E9-4446-D987-58B8-D718653C5E80}"/>
              </a:ext>
            </a:extLst>
          </p:cNvPr>
          <p:cNvSpPr>
            <a:spLocks noGrp="1"/>
          </p:cNvSpPr>
          <p:nvPr>
            <p:ph type="sldNum" sz="quarter" idx="12"/>
          </p:nvPr>
        </p:nvSpPr>
        <p:spPr/>
        <p:txBody>
          <a:bodyPr/>
          <a:lstStyle/>
          <a:p>
            <a:fld id="{A402E4C0-AD5E-4E8C-9F21-7CCE474BDCEB}" type="slidenum">
              <a:rPr lang="en-US" smtClean="0"/>
              <a:pPr/>
              <a:t>‹#›</a:t>
            </a:fld>
            <a:endParaRPr lang="en-US" dirty="0"/>
          </a:p>
        </p:txBody>
      </p:sp>
    </p:spTree>
    <p:extLst>
      <p:ext uri="{BB962C8B-B14F-4D97-AF65-F5344CB8AC3E}">
        <p14:creationId xmlns:p14="http://schemas.microsoft.com/office/powerpoint/2010/main" val="1812528738"/>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8B330-42F2-354E-EAEC-871892802FB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27540AA-71AD-4863-9FBA-3C20057F09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32DBA4-760A-3A91-855F-D671AAA8D465}"/>
              </a:ext>
            </a:extLst>
          </p:cNvPr>
          <p:cNvSpPr>
            <a:spLocks noGrp="1"/>
          </p:cNvSpPr>
          <p:nvPr>
            <p:ph type="dt" sz="half" idx="10"/>
          </p:nvPr>
        </p:nvSpPr>
        <p:spPr/>
        <p:txBody>
          <a:bodyPr/>
          <a:lstStyle/>
          <a:p>
            <a:r>
              <a:rPr lang="en-US"/>
              <a:t>8/06/20XX</a:t>
            </a:r>
            <a:endParaRPr lang="en-US" dirty="0"/>
          </a:p>
        </p:txBody>
      </p:sp>
      <p:sp>
        <p:nvSpPr>
          <p:cNvPr id="5" name="Footer Placeholder 4">
            <a:extLst>
              <a:ext uri="{FF2B5EF4-FFF2-40B4-BE49-F238E27FC236}">
                <a16:creationId xmlns:a16="http://schemas.microsoft.com/office/drawing/2014/main" id="{B380837A-6C04-0720-4E4D-CD41697AAB1C}"/>
              </a:ext>
            </a:extLst>
          </p:cNvPr>
          <p:cNvSpPr>
            <a:spLocks noGrp="1"/>
          </p:cNvSpPr>
          <p:nvPr>
            <p:ph type="ftr" sz="quarter" idx="11"/>
          </p:nvPr>
        </p:nvSpPr>
        <p:spPr/>
        <p:txBody>
          <a:bodyPr/>
          <a:lstStyle/>
          <a:p>
            <a:r>
              <a:rPr lang="en-US"/>
              <a:t>PITCH DECK</a:t>
            </a:r>
            <a:endParaRPr lang="en-US" dirty="0"/>
          </a:p>
        </p:txBody>
      </p:sp>
      <p:sp>
        <p:nvSpPr>
          <p:cNvPr id="6" name="Slide Number Placeholder 5">
            <a:extLst>
              <a:ext uri="{FF2B5EF4-FFF2-40B4-BE49-F238E27FC236}">
                <a16:creationId xmlns:a16="http://schemas.microsoft.com/office/drawing/2014/main" id="{39AA7819-FE20-9424-1E8A-08441169AACE}"/>
              </a:ext>
            </a:extLst>
          </p:cNvPr>
          <p:cNvSpPr>
            <a:spLocks noGrp="1"/>
          </p:cNvSpPr>
          <p:nvPr>
            <p:ph type="sldNum" sz="quarter" idx="12"/>
          </p:nvPr>
        </p:nvSpPr>
        <p:spPr/>
        <p:txBody>
          <a:bodyPr/>
          <a:lstStyle/>
          <a:p>
            <a:fld id="{A402E4C0-AD5E-4E8C-9F21-7CCE474BDCEB}" type="slidenum">
              <a:rPr lang="en-US" smtClean="0"/>
              <a:pPr/>
              <a:t>‹#›</a:t>
            </a:fld>
            <a:endParaRPr lang="en-US" dirty="0"/>
          </a:p>
        </p:txBody>
      </p:sp>
    </p:spTree>
    <p:extLst>
      <p:ext uri="{BB962C8B-B14F-4D97-AF65-F5344CB8AC3E}">
        <p14:creationId xmlns:p14="http://schemas.microsoft.com/office/powerpoint/2010/main" val="4178263782"/>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A4293A-CB11-C176-081A-0B0C153C90B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1E9EB15-D00F-0F33-7405-56B59308B5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AB7F58-6D16-118A-3F25-5C4485FCB2F2}"/>
              </a:ext>
            </a:extLst>
          </p:cNvPr>
          <p:cNvSpPr>
            <a:spLocks noGrp="1"/>
          </p:cNvSpPr>
          <p:nvPr>
            <p:ph type="dt" sz="half" idx="10"/>
          </p:nvPr>
        </p:nvSpPr>
        <p:spPr/>
        <p:txBody>
          <a:bodyPr/>
          <a:lstStyle/>
          <a:p>
            <a:r>
              <a:rPr lang="en-US"/>
              <a:t>8/06/20XX</a:t>
            </a:r>
            <a:endParaRPr lang="en-US" dirty="0"/>
          </a:p>
        </p:txBody>
      </p:sp>
      <p:sp>
        <p:nvSpPr>
          <p:cNvPr id="5" name="Footer Placeholder 4">
            <a:extLst>
              <a:ext uri="{FF2B5EF4-FFF2-40B4-BE49-F238E27FC236}">
                <a16:creationId xmlns:a16="http://schemas.microsoft.com/office/drawing/2014/main" id="{5D05E9BD-46F7-0C4A-CAFD-9BB342F1020F}"/>
              </a:ext>
            </a:extLst>
          </p:cNvPr>
          <p:cNvSpPr>
            <a:spLocks noGrp="1"/>
          </p:cNvSpPr>
          <p:nvPr>
            <p:ph type="ftr" sz="quarter" idx="11"/>
          </p:nvPr>
        </p:nvSpPr>
        <p:spPr/>
        <p:txBody>
          <a:bodyPr/>
          <a:lstStyle/>
          <a:p>
            <a:r>
              <a:rPr lang="en-US"/>
              <a:t>PITCH DECK</a:t>
            </a:r>
            <a:endParaRPr lang="en-US" dirty="0"/>
          </a:p>
        </p:txBody>
      </p:sp>
      <p:sp>
        <p:nvSpPr>
          <p:cNvPr id="6" name="Slide Number Placeholder 5">
            <a:extLst>
              <a:ext uri="{FF2B5EF4-FFF2-40B4-BE49-F238E27FC236}">
                <a16:creationId xmlns:a16="http://schemas.microsoft.com/office/drawing/2014/main" id="{025708A5-2E61-7609-A763-842DC0F86762}"/>
              </a:ext>
            </a:extLst>
          </p:cNvPr>
          <p:cNvSpPr>
            <a:spLocks noGrp="1"/>
          </p:cNvSpPr>
          <p:nvPr>
            <p:ph type="sldNum" sz="quarter" idx="12"/>
          </p:nvPr>
        </p:nvSpPr>
        <p:spPr/>
        <p:txBody>
          <a:bodyPr/>
          <a:lstStyle/>
          <a:p>
            <a:fld id="{A402E4C0-AD5E-4E8C-9F21-7CCE474BDCEB}" type="slidenum">
              <a:rPr lang="en-US" smtClean="0"/>
              <a:pPr/>
              <a:t>‹#›</a:t>
            </a:fld>
            <a:endParaRPr lang="en-US" dirty="0"/>
          </a:p>
        </p:txBody>
      </p:sp>
    </p:spTree>
    <p:extLst>
      <p:ext uri="{BB962C8B-B14F-4D97-AF65-F5344CB8AC3E}">
        <p14:creationId xmlns:p14="http://schemas.microsoft.com/office/powerpoint/2010/main" val="1057576740"/>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7FFE5B-C2CA-473D-8FCA-B26579CCBAAF}"/>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8" name="Picture Placeholder 7">
            <a:extLst>
              <a:ext uri="{FF2B5EF4-FFF2-40B4-BE49-F238E27FC236}">
                <a16:creationId xmlns:a16="http://schemas.microsoft.com/office/drawing/2014/main" id="{5FF4BA3E-4135-4F80-B1C8-C84CDF7C54AB}"/>
              </a:ext>
            </a:extLst>
          </p:cNvPr>
          <p:cNvSpPr>
            <a:spLocks noGrp="1"/>
          </p:cNvSpPr>
          <p:nvPr>
            <p:ph type="pic" sz="quarter" idx="13" hasCustomPrompt="1"/>
          </p:nvPr>
        </p:nvSpPr>
        <p:spPr>
          <a:xfrm flipH="1">
            <a:off x="752100" y="739303"/>
            <a:ext cx="6825035" cy="5379395"/>
          </a:xfrm>
        </p:spPr>
        <p:txBody>
          <a:bodyPr/>
          <a:lstStyle>
            <a:lvl1pPr marL="0" indent="0" algn="ctr">
              <a:buNone/>
              <a:defRPr>
                <a:solidFill>
                  <a:schemeClr val="bg1"/>
                </a:solidFill>
              </a:defRPr>
            </a:lvl1pPr>
          </a:lstStyle>
          <a:p>
            <a:r>
              <a:rPr lang="en-US" dirty="0"/>
              <a:t>Click to add photo</a:t>
            </a:r>
          </a:p>
        </p:txBody>
      </p:sp>
      <p:sp>
        <p:nvSpPr>
          <p:cNvPr id="2" name="Title 1">
            <a:extLst>
              <a:ext uri="{FF2B5EF4-FFF2-40B4-BE49-F238E27FC236}">
                <a16:creationId xmlns:a16="http://schemas.microsoft.com/office/drawing/2014/main" id="{D5CAABB7-A562-4A3F-9DDF-2CE3D13726D1}"/>
              </a:ext>
            </a:extLst>
          </p:cNvPr>
          <p:cNvSpPr>
            <a:spLocks noGrp="1"/>
          </p:cNvSpPr>
          <p:nvPr>
            <p:ph type="title" hasCustomPrompt="1"/>
          </p:nvPr>
        </p:nvSpPr>
        <p:spPr>
          <a:xfrm>
            <a:off x="6322977" y="1663435"/>
            <a:ext cx="5869021" cy="2003898"/>
          </a:xfrm>
          <a:solidFill>
            <a:schemeClr val="accent2">
              <a:alpha val="80000"/>
            </a:schemeClr>
          </a:solidFill>
        </p:spPr>
        <p:txBody>
          <a:bodyPr lIns="557784" tIns="530352" anchor="t">
            <a:noAutofit/>
          </a:bodyPr>
          <a:lstStyle>
            <a:lvl1pPr algn="l">
              <a:lnSpc>
                <a:spcPct val="80000"/>
              </a:lnSpc>
              <a:defRPr sz="5400" cap="all" spc="400" baseline="0">
                <a:ln w="19050">
                  <a:solidFill>
                    <a:schemeClr val="accent5"/>
                  </a:solidFill>
                </a:ln>
              </a:defRPr>
            </a:lvl1pPr>
          </a:lstStyle>
          <a:p>
            <a:r>
              <a:rPr lang="en-US" dirty="0"/>
              <a:t>Click to add title</a:t>
            </a:r>
          </a:p>
        </p:txBody>
      </p:sp>
      <p:sp>
        <p:nvSpPr>
          <p:cNvPr id="14" name="Text Placeholder 17">
            <a:extLst>
              <a:ext uri="{FF2B5EF4-FFF2-40B4-BE49-F238E27FC236}">
                <a16:creationId xmlns:a16="http://schemas.microsoft.com/office/drawing/2014/main" id="{D15807FE-36E0-49EF-93A4-5B9AD83871B6}"/>
              </a:ext>
            </a:extLst>
          </p:cNvPr>
          <p:cNvSpPr>
            <a:spLocks noGrp="1"/>
          </p:cNvSpPr>
          <p:nvPr>
            <p:ph type="body" sz="quarter" idx="15" hasCustomPrompt="1"/>
          </p:nvPr>
        </p:nvSpPr>
        <p:spPr>
          <a:xfrm>
            <a:off x="6822159" y="2878246"/>
            <a:ext cx="4925188" cy="339247"/>
          </a:xfrm>
        </p:spPr>
        <p:txBody>
          <a:bodyPr>
            <a:noAutofit/>
          </a:bodyPr>
          <a:lstStyle>
            <a:lvl1pPr marL="0" indent="0" algn="l">
              <a:buNone/>
              <a:defRPr sz="2400" spc="100" baseline="0">
                <a:solidFill>
                  <a:schemeClr val="accent5"/>
                </a:solidFill>
              </a:defRPr>
            </a:lvl1pPr>
          </a:lstStyle>
          <a:p>
            <a:pPr lvl="0"/>
            <a:r>
              <a:rPr lang="en-US"/>
              <a:t>Click to add name</a:t>
            </a:r>
          </a:p>
        </p:txBody>
      </p:sp>
    </p:spTree>
    <p:extLst>
      <p:ext uri="{BB962C8B-B14F-4D97-AF65-F5344CB8AC3E}">
        <p14:creationId xmlns:p14="http://schemas.microsoft.com/office/powerpoint/2010/main" val="37776391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bout U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99B8705-C027-4E12-892E-C32FF13296F1}"/>
              </a:ext>
            </a:extLst>
          </p:cNvPr>
          <p:cNvPicPr>
            <a:picLocks noChangeAspect="1"/>
          </p:cNvPicPr>
          <p:nvPr userDrawn="1"/>
        </p:nvPicPr>
        <p:blipFill>
          <a:blip r:embed="rId2"/>
          <a:stretch>
            <a:fillRect/>
          </a:stretch>
        </p:blipFill>
        <p:spPr>
          <a:xfrm>
            <a:off x="1690" y="0"/>
            <a:ext cx="12188620" cy="6858000"/>
          </a:xfrm>
          <a:prstGeom prst="rect">
            <a:avLst/>
          </a:prstGeom>
        </p:spPr>
      </p:pic>
      <p:sp>
        <p:nvSpPr>
          <p:cNvPr id="7" name="Picture Placeholder 7">
            <a:extLst>
              <a:ext uri="{FF2B5EF4-FFF2-40B4-BE49-F238E27FC236}">
                <a16:creationId xmlns:a16="http://schemas.microsoft.com/office/drawing/2014/main" id="{ED685DB5-FA77-4C19-88B8-5A8D733B42BC}"/>
              </a:ext>
            </a:extLst>
          </p:cNvPr>
          <p:cNvSpPr>
            <a:spLocks noGrp="1"/>
          </p:cNvSpPr>
          <p:nvPr>
            <p:ph type="pic" sz="quarter" idx="13" hasCustomPrompt="1"/>
          </p:nvPr>
        </p:nvSpPr>
        <p:spPr>
          <a:xfrm flipH="1">
            <a:off x="5012530" y="0"/>
            <a:ext cx="7196138" cy="6867376"/>
          </a:xfrm>
        </p:spPr>
        <p:txBody>
          <a:bodyPr/>
          <a:lstStyle>
            <a:lvl1pPr marL="0" indent="0" algn="ctr">
              <a:buNone/>
              <a:defRPr>
                <a:solidFill>
                  <a:schemeClr val="bg1"/>
                </a:solidFill>
              </a:defRPr>
            </a:lvl1pPr>
          </a:lstStyle>
          <a:p>
            <a:r>
              <a:rPr lang="en-US" dirty="0"/>
              <a:t>Click to add photo</a:t>
            </a:r>
          </a:p>
        </p:txBody>
      </p:sp>
      <p:sp>
        <p:nvSpPr>
          <p:cNvPr id="4" name="Date Placeholder 3">
            <a:extLst>
              <a:ext uri="{FF2B5EF4-FFF2-40B4-BE49-F238E27FC236}">
                <a16:creationId xmlns:a16="http://schemas.microsoft.com/office/drawing/2014/main" id="{6346919B-FFF8-4FED-8A44-48A7E600EB60}"/>
              </a:ext>
            </a:extLst>
          </p:cNvPr>
          <p:cNvSpPr>
            <a:spLocks noGrp="1"/>
          </p:cNvSpPr>
          <p:nvPr>
            <p:ph type="dt" sz="half" idx="10"/>
          </p:nvPr>
        </p:nvSpPr>
        <p:spPr/>
        <p:txBody>
          <a:bodyPr/>
          <a:lstStyle/>
          <a:p>
            <a:r>
              <a:rPr lang="en-US" dirty="0"/>
              <a:t>8/06/20XX</a:t>
            </a:r>
          </a:p>
        </p:txBody>
      </p:sp>
      <p:sp>
        <p:nvSpPr>
          <p:cNvPr id="5" name="Footer Placeholder 4">
            <a:extLst>
              <a:ext uri="{FF2B5EF4-FFF2-40B4-BE49-F238E27FC236}">
                <a16:creationId xmlns:a16="http://schemas.microsoft.com/office/drawing/2014/main" id="{C6DF28B0-8A34-4E86-9FE3-20BD880CD9C3}"/>
              </a:ext>
            </a:extLst>
          </p:cNvPr>
          <p:cNvSpPr>
            <a:spLocks noGrp="1"/>
          </p:cNvSpPr>
          <p:nvPr>
            <p:ph type="ftr" sz="quarter" idx="11"/>
          </p:nvPr>
        </p:nvSpPr>
        <p:spPr/>
        <p:txBody>
          <a:bodyPr/>
          <a:lstStyle/>
          <a:p>
            <a:r>
              <a:rPr lang="en-US" dirty="0"/>
              <a:t>PITCH DECK</a:t>
            </a:r>
          </a:p>
        </p:txBody>
      </p:sp>
      <p:sp>
        <p:nvSpPr>
          <p:cNvPr id="6" name="Slide Number Placeholder 5">
            <a:extLst>
              <a:ext uri="{FF2B5EF4-FFF2-40B4-BE49-F238E27FC236}">
                <a16:creationId xmlns:a16="http://schemas.microsoft.com/office/drawing/2014/main" id="{D4BE1CCB-96B6-4D9F-A932-D0EBDBD7DA45}"/>
              </a:ext>
            </a:extLst>
          </p:cNvPr>
          <p:cNvSpPr>
            <a:spLocks noGrp="1"/>
          </p:cNvSpPr>
          <p:nvPr>
            <p:ph type="sldNum" sz="quarter" idx="12"/>
          </p:nvPr>
        </p:nvSpPr>
        <p:spPr/>
        <p:txBody>
          <a:bodyPr/>
          <a:lstStyle/>
          <a:p>
            <a:fld id="{A402E4C0-AD5E-4E8C-9F21-7CCE474BDCEB}" type="slidenum">
              <a:rPr lang="en-US" smtClean="0"/>
              <a:t>‹#›</a:t>
            </a:fld>
            <a:endParaRPr lang="en-US" dirty="0"/>
          </a:p>
        </p:txBody>
      </p:sp>
      <p:sp>
        <p:nvSpPr>
          <p:cNvPr id="3" name="Title 2">
            <a:extLst>
              <a:ext uri="{FF2B5EF4-FFF2-40B4-BE49-F238E27FC236}">
                <a16:creationId xmlns:a16="http://schemas.microsoft.com/office/drawing/2014/main" id="{1F7CB735-9F66-41A8-8F1D-4B66FE1D1153}"/>
              </a:ext>
            </a:extLst>
          </p:cNvPr>
          <p:cNvSpPr>
            <a:spLocks noGrp="1"/>
          </p:cNvSpPr>
          <p:nvPr>
            <p:ph type="title" hasCustomPrompt="1"/>
          </p:nvPr>
        </p:nvSpPr>
        <p:spPr>
          <a:xfrm>
            <a:off x="-2" y="1672143"/>
            <a:ext cx="6019802" cy="3513714"/>
          </a:xfrm>
          <a:solidFill>
            <a:schemeClr val="accent6">
              <a:alpha val="80000"/>
            </a:schemeClr>
          </a:solidFill>
        </p:spPr>
        <p:txBody>
          <a:bodyPr lIns="676656" tIns="795528" anchor="t">
            <a:normAutofit/>
          </a:bodyPr>
          <a:lstStyle>
            <a:lvl1pPr>
              <a:defRPr sz="2800"/>
            </a:lvl1pPr>
          </a:lstStyle>
          <a:p>
            <a:r>
              <a:rPr lang="en-US" dirty="0"/>
              <a:t>Click to add title</a:t>
            </a:r>
          </a:p>
        </p:txBody>
      </p:sp>
      <p:sp>
        <p:nvSpPr>
          <p:cNvPr id="11" name="Text Placeholder 17">
            <a:extLst>
              <a:ext uri="{FF2B5EF4-FFF2-40B4-BE49-F238E27FC236}">
                <a16:creationId xmlns:a16="http://schemas.microsoft.com/office/drawing/2014/main" id="{4A51F916-D1A0-40B2-A894-1C597A7AAFBF}"/>
              </a:ext>
            </a:extLst>
          </p:cNvPr>
          <p:cNvSpPr>
            <a:spLocks noGrp="1"/>
          </p:cNvSpPr>
          <p:nvPr>
            <p:ph type="body" sz="quarter" idx="15" hasCustomPrompt="1"/>
          </p:nvPr>
        </p:nvSpPr>
        <p:spPr>
          <a:xfrm>
            <a:off x="594575" y="3007594"/>
            <a:ext cx="4850550" cy="1731145"/>
          </a:xfrm>
        </p:spPr>
        <p:txBody>
          <a:bodyPr>
            <a:noAutofit/>
          </a:bodyPr>
          <a:lstStyle>
            <a:lvl1pPr marL="0" indent="0" algn="l">
              <a:lnSpc>
                <a:spcPct val="125000"/>
              </a:lnSpc>
              <a:buNone/>
              <a:defRPr sz="1400" spc="100" baseline="0">
                <a:solidFill>
                  <a:schemeClr val="accent2"/>
                </a:solidFill>
              </a:defRPr>
            </a:lvl1pPr>
          </a:lstStyle>
          <a:p>
            <a:pPr lvl="0"/>
            <a:r>
              <a:rPr lang="en-US" dirty="0"/>
              <a:t>Click to add text</a:t>
            </a:r>
          </a:p>
        </p:txBody>
      </p:sp>
    </p:spTree>
    <p:extLst>
      <p:ext uri="{BB962C8B-B14F-4D97-AF65-F5344CB8AC3E}">
        <p14:creationId xmlns:p14="http://schemas.microsoft.com/office/powerpoint/2010/main" val="1386639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Problem">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95BA1F-6B83-4358-A202-FD15470976A9}"/>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4" name="Date Placeholder 3">
            <a:extLst>
              <a:ext uri="{FF2B5EF4-FFF2-40B4-BE49-F238E27FC236}">
                <a16:creationId xmlns:a16="http://schemas.microsoft.com/office/drawing/2014/main" id="{A35C10F8-CB40-4BDD-AA21-7DDC300FE73E}"/>
              </a:ext>
            </a:extLst>
          </p:cNvPr>
          <p:cNvSpPr>
            <a:spLocks noGrp="1"/>
          </p:cNvSpPr>
          <p:nvPr>
            <p:ph type="dt" sz="half" idx="10"/>
          </p:nvPr>
        </p:nvSpPr>
        <p:spPr/>
        <p:txBody>
          <a:bodyPr/>
          <a:lstStyle/>
          <a:p>
            <a:r>
              <a:rPr lang="en-US" dirty="0"/>
              <a:t>8/06/20XX</a:t>
            </a:r>
          </a:p>
        </p:txBody>
      </p:sp>
      <p:sp>
        <p:nvSpPr>
          <p:cNvPr id="5" name="Footer Placeholder 4">
            <a:extLst>
              <a:ext uri="{FF2B5EF4-FFF2-40B4-BE49-F238E27FC236}">
                <a16:creationId xmlns:a16="http://schemas.microsoft.com/office/drawing/2014/main" id="{434969F5-F9D0-4A38-8C6C-86005388F51D}"/>
              </a:ext>
            </a:extLst>
          </p:cNvPr>
          <p:cNvSpPr>
            <a:spLocks noGrp="1"/>
          </p:cNvSpPr>
          <p:nvPr>
            <p:ph type="ftr" sz="quarter" idx="11"/>
          </p:nvPr>
        </p:nvSpPr>
        <p:spPr/>
        <p:txBody>
          <a:bodyPr/>
          <a:lstStyle/>
          <a:p>
            <a:r>
              <a:rPr lang="en-US" dirty="0"/>
              <a:t>PITCH DECK</a:t>
            </a:r>
          </a:p>
        </p:txBody>
      </p:sp>
      <p:sp>
        <p:nvSpPr>
          <p:cNvPr id="6" name="Slide Number Placeholder 5">
            <a:extLst>
              <a:ext uri="{FF2B5EF4-FFF2-40B4-BE49-F238E27FC236}">
                <a16:creationId xmlns:a16="http://schemas.microsoft.com/office/drawing/2014/main" id="{7CC33B3F-10CE-4363-805C-361CA49414B4}"/>
              </a:ext>
            </a:extLst>
          </p:cNvPr>
          <p:cNvSpPr>
            <a:spLocks noGrp="1"/>
          </p:cNvSpPr>
          <p:nvPr>
            <p:ph type="sldNum" sz="quarter" idx="12"/>
          </p:nvPr>
        </p:nvSpPr>
        <p:spPr/>
        <p:txBody>
          <a:bodyPr/>
          <a:lstStyle/>
          <a:p>
            <a:fld id="{A402E4C0-AD5E-4E8C-9F21-7CCE474BDCEB}" type="slidenum">
              <a:rPr lang="en-US" smtClean="0"/>
              <a:t>‹#›</a:t>
            </a:fld>
            <a:endParaRPr lang="en-US" dirty="0"/>
          </a:p>
        </p:txBody>
      </p:sp>
      <p:sp>
        <p:nvSpPr>
          <p:cNvPr id="13" name="Picture Placeholder 7">
            <a:extLst>
              <a:ext uri="{FF2B5EF4-FFF2-40B4-BE49-F238E27FC236}">
                <a16:creationId xmlns:a16="http://schemas.microsoft.com/office/drawing/2014/main" id="{8EABAB15-C887-420D-92A1-24DBD62EE558}"/>
              </a:ext>
            </a:extLst>
          </p:cNvPr>
          <p:cNvSpPr>
            <a:spLocks noGrp="1"/>
          </p:cNvSpPr>
          <p:nvPr>
            <p:ph type="pic" sz="quarter" idx="13" hasCustomPrompt="1"/>
          </p:nvPr>
        </p:nvSpPr>
        <p:spPr>
          <a:xfrm flipH="1">
            <a:off x="0" y="729926"/>
            <a:ext cx="3581400" cy="5388772"/>
          </a:xfrm>
        </p:spPr>
        <p:txBody>
          <a:bodyPr/>
          <a:lstStyle>
            <a:lvl1pPr marL="0" indent="0" algn="ctr">
              <a:buNone/>
              <a:defRPr>
                <a:solidFill>
                  <a:schemeClr val="bg1"/>
                </a:solidFill>
              </a:defRPr>
            </a:lvl1pPr>
          </a:lstStyle>
          <a:p>
            <a:r>
              <a:rPr lang="en-US" dirty="0"/>
              <a:t>Click to add photo</a:t>
            </a:r>
          </a:p>
        </p:txBody>
      </p:sp>
      <p:sp>
        <p:nvSpPr>
          <p:cNvPr id="16" name="Text Placeholder 14">
            <a:extLst>
              <a:ext uri="{FF2B5EF4-FFF2-40B4-BE49-F238E27FC236}">
                <a16:creationId xmlns:a16="http://schemas.microsoft.com/office/drawing/2014/main" id="{F7E8EA93-3F05-4D28-8B15-91D6789458B4}"/>
              </a:ext>
            </a:extLst>
          </p:cNvPr>
          <p:cNvSpPr>
            <a:spLocks noGrp="1"/>
          </p:cNvSpPr>
          <p:nvPr>
            <p:ph type="body" sz="quarter" idx="16" hasCustomPrompt="1"/>
          </p:nvPr>
        </p:nvSpPr>
        <p:spPr>
          <a:xfrm>
            <a:off x="6746476" y="1921400"/>
            <a:ext cx="2289974" cy="365125"/>
          </a:xfrm>
          <a:prstGeom prst="rect">
            <a:avLst/>
          </a:prstGeom>
        </p:spPr>
        <p:txBody>
          <a:bodyPr/>
          <a:lstStyle>
            <a:lvl1pPr marL="0" indent="0">
              <a:buNone/>
              <a:defRPr sz="1600" cap="all" spc="200" baseline="0">
                <a:solidFill>
                  <a:schemeClr val="accent5"/>
                </a:solidFill>
                <a:latin typeface="+mj-lt"/>
              </a:defRPr>
            </a:lvl1pPr>
          </a:lstStyle>
          <a:p>
            <a:pPr lvl="0"/>
            <a:r>
              <a:rPr lang="en-US" dirty="0"/>
              <a:t>Click to add title</a:t>
            </a:r>
          </a:p>
        </p:txBody>
      </p:sp>
      <p:sp>
        <p:nvSpPr>
          <p:cNvPr id="17" name="Text Placeholder 14">
            <a:extLst>
              <a:ext uri="{FF2B5EF4-FFF2-40B4-BE49-F238E27FC236}">
                <a16:creationId xmlns:a16="http://schemas.microsoft.com/office/drawing/2014/main" id="{B4EBCE5D-8795-44C7-8196-051689C6FE2A}"/>
              </a:ext>
            </a:extLst>
          </p:cNvPr>
          <p:cNvSpPr>
            <a:spLocks noGrp="1"/>
          </p:cNvSpPr>
          <p:nvPr>
            <p:ph type="body" sz="quarter" idx="17" hasCustomPrompt="1"/>
          </p:nvPr>
        </p:nvSpPr>
        <p:spPr>
          <a:xfrm>
            <a:off x="6746476" y="2245710"/>
            <a:ext cx="2289974" cy="1739538"/>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18" name="Text Placeholder 14">
            <a:extLst>
              <a:ext uri="{FF2B5EF4-FFF2-40B4-BE49-F238E27FC236}">
                <a16:creationId xmlns:a16="http://schemas.microsoft.com/office/drawing/2014/main" id="{195044F5-86E3-4A1C-B3C8-6E3422E5B418}"/>
              </a:ext>
            </a:extLst>
          </p:cNvPr>
          <p:cNvSpPr>
            <a:spLocks noGrp="1"/>
          </p:cNvSpPr>
          <p:nvPr>
            <p:ph type="body" sz="quarter" idx="18" hasCustomPrompt="1"/>
          </p:nvPr>
        </p:nvSpPr>
        <p:spPr>
          <a:xfrm>
            <a:off x="4065518" y="2245710"/>
            <a:ext cx="2289974" cy="1739538"/>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dirty="0"/>
              <a:t>Click to add text</a:t>
            </a:r>
          </a:p>
        </p:txBody>
      </p:sp>
      <p:sp>
        <p:nvSpPr>
          <p:cNvPr id="19" name="Text Placeholder 14">
            <a:extLst>
              <a:ext uri="{FF2B5EF4-FFF2-40B4-BE49-F238E27FC236}">
                <a16:creationId xmlns:a16="http://schemas.microsoft.com/office/drawing/2014/main" id="{4C9BA1BF-0690-4DB5-9BBC-31D1948D82A8}"/>
              </a:ext>
            </a:extLst>
          </p:cNvPr>
          <p:cNvSpPr>
            <a:spLocks noGrp="1"/>
          </p:cNvSpPr>
          <p:nvPr>
            <p:ph type="body" sz="quarter" idx="19" hasCustomPrompt="1"/>
          </p:nvPr>
        </p:nvSpPr>
        <p:spPr>
          <a:xfrm>
            <a:off x="6746476" y="4443157"/>
            <a:ext cx="2289974" cy="1463249"/>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dirty="0"/>
              <a:t>Click to add text</a:t>
            </a:r>
          </a:p>
        </p:txBody>
      </p:sp>
      <p:sp>
        <p:nvSpPr>
          <p:cNvPr id="20" name="Text Placeholder 14">
            <a:extLst>
              <a:ext uri="{FF2B5EF4-FFF2-40B4-BE49-F238E27FC236}">
                <a16:creationId xmlns:a16="http://schemas.microsoft.com/office/drawing/2014/main" id="{0D187952-9422-42DE-B163-B764E0D09925}"/>
              </a:ext>
            </a:extLst>
          </p:cNvPr>
          <p:cNvSpPr>
            <a:spLocks noGrp="1"/>
          </p:cNvSpPr>
          <p:nvPr>
            <p:ph type="body" sz="quarter" idx="20" hasCustomPrompt="1"/>
          </p:nvPr>
        </p:nvSpPr>
        <p:spPr>
          <a:xfrm>
            <a:off x="4065519" y="4451209"/>
            <a:ext cx="2289972" cy="1457161"/>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21" name="Text Placeholder 14">
            <a:extLst>
              <a:ext uri="{FF2B5EF4-FFF2-40B4-BE49-F238E27FC236}">
                <a16:creationId xmlns:a16="http://schemas.microsoft.com/office/drawing/2014/main" id="{54291470-2EE9-46D8-8083-E4523DCE52BB}"/>
              </a:ext>
            </a:extLst>
          </p:cNvPr>
          <p:cNvSpPr>
            <a:spLocks noGrp="1"/>
          </p:cNvSpPr>
          <p:nvPr>
            <p:ph type="body" sz="quarter" idx="22" hasCustomPrompt="1"/>
          </p:nvPr>
        </p:nvSpPr>
        <p:spPr>
          <a:xfrm>
            <a:off x="4065517" y="1921400"/>
            <a:ext cx="2289974"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22" name="Text Placeholder 14">
            <a:extLst>
              <a:ext uri="{FF2B5EF4-FFF2-40B4-BE49-F238E27FC236}">
                <a16:creationId xmlns:a16="http://schemas.microsoft.com/office/drawing/2014/main" id="{17B8E7E2-50C1-429D-A8C5-C098CDADCF3F}"/>
              </a:ext>
            </a:extLst>
          </p:cNvPr>
          <p:cNvSpPr>
            <a:spLocks noGrp="1"/>
          </p:cNvSpPr>
          <p:nvPr>
            <p:ph type="body" sz="quarter" idx="23" hasCustomPrompt="1"/>
          </p:nvPr>
        </p:nvSpPr>
        <p:spPr>
          <a:xfrm>
            <a:off x="6746476" y="4118846"/>
            <a:ext cx="2289974"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23" name="Text Placeholder 14">
            <a:extLst>
              <a:ext uri="{FF2B5EF4-FFF2-40B4-BE49-F238E27FC236}">
                <a16:creationId xmlns:a16="http://schemas.microsoft.com/office/drawing/2014/main" id="{09DB38C9-BBE5-4212-87C2-D9B34A470753}"/>
              </a:ext>
            </a:extLst>
          </p:cNvPr>
          <p:cNvSpPr>
            <a:spLocks noGrp="1"/>
          </p:cNvSpPr>
          <p:nvPr>
            <p:ph type="body" sz="quarter" idx="24" hasCustomPrompt="1"/>
          </p:nvPr>
        </p:nvSpPr>
        <p:spPr>
          <a:xfrm>
            <a:off x="4065518" y="4118846"/>
            <a:ext cx="2289972"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24" name="Text Placeholder 14">
            <a:extLst>
              <a:ext uri="{FF2B5EF4-FFF2-40B4-BE49-F238E27FC236}">
                <a16:creationId xmlns:a16="http://schemas.microsoft.com/office/drawing/2014/main" id="{EA61E342-2B6C-4379-A3B3-8D1B338F656B}"/>
              </a:ext>
            </a:extLst>
          </p:cNvPr>
          <p:cNvSpPr>
            <a:spLocks noGrp="1"/>
          </p:cNvSpPr>
          <p:nvPr>
            <p:ph type="body" sz="quarter" idx="25" hasCustomPrompt="1"/>
          </p:nvPr>
        </p:nvSpPr>
        <p:spPr>
          <a:xfrm>
            <a:off x="9417910" y="1921400"/>
            <a:ext cx="2289974"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25" name="Text Placeholder 14">
            <a:extLst>
              <a:ext uri="{FF2B5EF4-FFF2-40B4-BE49-F238E27FC236}">
                <a16:creationId xmlns:a16="http://schemas.microsoft.com/office/drawing/2014/main" id="{4F39B769-D212-4C11-B6CB-0423DD10599D}"/>
              </a:ext>
            </a:extLst>
          </p:cNvPr>
          <p:cNvSpPr>
            <a:spLocks noGrp="1"/>
          </p:cNvSpPr>
          <p:nvPr>
            <p:ph type="body" sz="quarter" idx="26" hasCustomPrompt="1"/>
          </p:nvPr>
        </p:nvSpPr>
        <p:spPr>
          <a:xfrm>
            <a:off x="9417910" y="2245710"/>
            <a:ext cx="2289974" cy="1739538"/>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dirty="0"/>
              <a:t>Click to add text</a:t>
            </a:r>
          </a:p>
        </p:txBody>
      </p:sp>
      <p:sp>
        <p:nvSpPr>
          <p:cNvPr id="2" name="Title 1">
            <a:extLst>
              <a:ext uri="{FF2B5EF4-FFF2-40B4-BE49-F238E27FC236}">
                <a16:creationId xmlns:a16="http://schemas.microsoft.com/office/drawing/2014/main" id="{7C47FF8E-011E-46E6-9F4D-DAD4830958DB}"/>
              </a:ext>
            </a:extLst>
          </p:cNvPr>
          <p:cNvSpPr>
            <a:spLocks noGrp="1"/>
          </p:cNvSpPr>
          <p:nvPr>
            <p:ph type="title" hasCustomPrompt="1"/>
          </p:nvPr>
        </p:nvSpPr>
        <p:spPr>
          <a:xfrm>
            <a:off x="4065516" y="1185284"/>
            <a:ext cx="7288284" cy="469490"/>
          </a:xfrm>
        </p:spPr>
        <p:txBody>
          <a:bodyPr anchor="t">
            <a:normAutofit/>
          </a:bodyPr>
          <a:lstStyle>
            <a:lvl1pPr>
              <a:lnSpc>
                <a:spcPct val="100000"/>
              </a:lnSpc>
              <a:defRPr sz="2800">
                <a:ln w="19050">
                  <a:solidFill>
                    <a:schemeClr val="accent5"/>
                  </a:solidFill>
                </a:ln>
              </a:defRPr>
            </a:lvl1pPr>
          </a:lstStyle>
          <a:p>
            <a:r>
              <a:rPr lang="en-US" dirty="0"/>
              <a:t>Click to add title</a:t>
            </a:r>
          </a:p>
        </p:txBody>
      </p:sp>
    </p:spTree>
    <p:extLst>
      <p:ext uri="{BB962C8B-B14F-4D97-AF65-F5344CB8AC3E}">
        <p14:creationId xmlns:p14="http://schemas.microsoft.com/office/powerpoint/2010/main" val="37047039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olution">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A781AFB-2572-4954-B05E-84CDE1D88316}"/>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5" name="Date Placeholder 4">
            <a:extLst>
              <a:ext uri="{FF2B5EF4-FFF2-40B4-BE49-F238E27FC236}">
                <a16:creationId xmlns:a16="http://schemas.microsoft.com/office/drawing/2014/main" id="{0E750850-5ECD-4AA5-8EF0-70C6EA291EF3}"/>
              </a:ext>
            </a:extLst>
          </p:cNvPr>
          <p:cNvSpPr>
            <a:spLocks noGrp="1"/>
          </p:cNvSpPr>
          <p:nvPr>
            <p:ph type="dt" sz="half" idx="10"/>
          </p:nvPr>
        </p:nvSpPr>
        <p:spPr/>
        <p:txBody>
          <a:bodyPr/>
          <a:lstStyle/>
          <a:p>
            <a:r>
              <a:rPr lang="en-US" dirty="0"/>
              <a:t>8/06/20XX</a:t>
            </a:r>
          </a:p>
        </p:txBody>
      </p:sp>
      <p:sp>
        <p:nvSpPr>
          <p:cNvPr id="6" name="Footer Placeholder 5">
            <a:extLst>
              <a:ext uri="{FF2B5EF4-FFF2-40B4-BE49-F238E27FC236}">
                <a16:creationId xmlns:a16="http://schemas.microsoft.com/office/drawing/2014/main" id="{126B04CF-8972-48CE-B427-B542AF911BB4}"/>
              </a:ext>
            </a:extLst>
          </p:cNvPr>
          <p:cNvSpPr>
            <a:spLocks noGrp="1"/>
          </p:cNvSpPr>
          <p:nvPr>
            <p:ph type="ftr" sz="quarter" idx="11"/>
          </p:nvPr>
        </p:nvSpPr>
        <p:spPr/>
        <p:txBody>
          <a:bodyPr/>
          <a:lstStyle/>
          <a:p>
            <a:r>
              <a:rPr lang="en-US" dirty="0"/>
              <a:t>PITCH DECK</a:t>
            </a:r>
          </a:p>
        </p:txBody>
      </p:sp>
      <p:sp>
        <p:nvSpPr>
          <p:cNvPr id="7" name="Slide Number Placeholder 6">
            <a:extLst>
              <a:ext uri="{FF2B5EF4-FFF2-40B4-BE49-F238E27FC236}">
                <a16:creationId xmlns:a16="http://schemas.microsoft.com/office/drawing/2014/main" id="{F9864ACC-F262-4128-BC17-FCB29BEF0763}"/>
              </a:ext>
            </a:extLst>
          </p:cNvPr>
          <p:cNvSpPr>
            <a:spLocks noGrp="1"/>
          </p:cNvSpPr>
          <p:nvPr>
            <p:ph type="sldNum" sz="quarter" idx="12"/>
          </p:nvPr>
        </p:nvSpPr>
        <p:spPr/>
        <p:txBody>
          <a:bodyPr/>
          <a:lstStyle/>
          <a:p>
            <a:fld id="{A402E4C0-AD5E-4E8C-9F21-7CCE474BDCEB}" type="slidenum">
              <a:rPr lang="en-US" smtClean="0"/>
              <a:t>‹#›</a:t>
            </a:fld>
            <a:endParaRPr lang="en-US" dirty="0"/>
          </a:p>
        </p:txBody>
      </p:sp>
      <p:sp>
        <p:nvSpPr>
          <p:cNvPr id="12" name="Text Placeholder 14">
            <a:extLst>
              <a:ext uri="{FF2B5EF4-FFF2-40B4-BE49-F238E27FC236}">
                <a16:creationId xmlns:a16="http://schemas.microsoft.com/office/drawing/2014/main" id="{717CFF16-7992-46DD-8151-F55B0300570B}"/>
              </a:ext>
            </a:extLst>
          </p:cNvPr>
          <p:cNvSpPr>
            <a:spLocks noGrp="1"/>
          </p:cNvSpPr>
          <p:nvPr>
            <p:ph type="body" sz="quarter" idx="16" hasCustomPrompt="1"/>
          </p:nvPr>
        </p:nvSpPr>
        <p:spPr>
          <a:xfrm>
            <a:off x="8506711" y="1335193"/>
            <a:ext cx="2859090"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13" name="Text Placeholder 14">
            <a:extLst>
              <a:ext uri="{FF2B5EF4-FFF2-40B4-BE49-F238E27FC236}">
                <a16:creationId xmlns:a16="http://schemas.microsoft.com/office/drawing/2014/main" id="{EBADC1C2-D36B-4AFE-8824-DE6D0FB51384}"/>
              </a:ext>
            </a:extLst>
          </p:cNvPr>
          <p:cNvSpPr>
            <a:spLocks noGrp="1"/>
          </p:cNvSpPr>
          <p:nvPr>
            <p:ph type="body" sz="quarter" idx="13" hasCustomPrompt="1"/>
          </p:nvPr>
        </p:nvSpPr>
        <p:spPr>
          <a:xfrm>
            <a:off x="8506711" y="1639822"/>
            <a:ext cx="2859090" cy="1475319"/>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14" name="Text Placeholder 14">
            <a:extLst>
              <a:ext uri="{FF2B5EF4-FFF2-40B4-BE49-F238E27FC236}">
                <a16:creationId xmlns:a16="http://schemas.microsoft.com/office/drawing/2014/main" id="{F1632658-DE5C-4EA2-83DE-AB456D9D76ED}"/>
              </a:ext>
            </a:extLst>
          </p:cNvPr>
          <p:cNvSpPr>
            <a:spLocks noGrp="1"/>
          </p:cNvSpPr>
          <p:nvPr>
            <p:ph type="body" sz="quarter" idx="17" hasCustomPrompt="1"/>
          </p:nvPr>
        </p:nvSpPr>
        <p:spPr>
          <a:xfrm>
            <a:off x="5167309" y="1639822"/>
            <a:ext cx="2859091" cy="1517776"/>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15" name="Text Placeholder 14">
            <a:extLst>
              <a:ext uri="{FF2B5EF4-FFF2-40B4-BE49-F238E27FC236}">
                <a16:creationId xmlns:a16="http://schemas.microsoft.com/office/drawing/2014/main" id="{76A6D61C-C33C-46D5-B2C5-6C6A7C143A97}"/>
              </a:ext>
            </a:extLst>
          </p:cNvPr>
          <p:cNvSpPr>
            <a:spLocks noGrp="1"/>
          </p:cNvSpPr>
          <p:nvPr>
            <p:ph type="body" sz="quarter" idx="18" hasCustomPrompt="1"/>
          </p:nvPr>
        </p:nvSpPr>
        <p:spPr>
          <a:xfrm>
            <a:off x="8506711" y="3837269"/>
            <a:ext cx="2859090" cy="1533310"/>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16" name="Text Placeholder 14">
            <a:extLst>
              <a:ext uri="{FF2B5EF4-FFF2-40B4-BE49-F238E27FC236}">
                <a16:creationId xmlns:a16="http://schemas.microsoft.com/office/drawing/2014/main" id="{0A4E6A96-585A-4265-900D-17D98121F544}"/>
              </a:ext>
            </a:extLst>
          </p:cNvPr>
          <p:cNvSpPr>
            <a:spLocks noGrp="1"/>
          </p:cNvSpPr>
          <p:nvPr>
            <p:ph type="body" sz="quarter" idx="19" hasCustomPrompt="1"/>
          </p:nvPr>
        </p:nvSpPr>
        <p:spPr>
          <a:xfrm>
            <a:off x="5167310" y="3845321"/>
            <a:ext cx="2859089" cy="1526930"/>
          </a:xfrm>
          <a:prstGeom prst="rect">
            <a:avLst/>
          </a:prstGeom>
        </p:spPr>
        <p:txBody>
          <a:bodyPr>
            <a:normAutofit/>
          </a:bodyPr>
          <a:lstStyle>
            <a:lvl1pPr marL="0" indent="0">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17" name="Text Placeholder 14">
            <a:extLst>
              <a:ext uri="{FF2B5EF4-FFF2-40B4-BE49-F238E27FC236}">
                <a16:creationId xmlns:a16="http://schemas.microsoft.com/office/drawing/2014/main" id="{28B8437C-1550-4581-911A-98BEA151A4AD}"/>
              </a:ext>
            </a:extLst>
          </p:cNvPr>
          <p:cNvSpPr>
            <a:spLocks noGrp="1"/>
          </p:cNvSpPr>
          <p:nvPr>
            <p:ph type="body" sz="quarter" idx="22" hasCustomPrompt="1"/>
          </p:nvPr>
        </p:nvSpPr>
        <p:spPr>
          <a:xfrm>
            <a:off x="5167308" y="1335193"/>
            <a:ext cx="2859091"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18" name="Text Placeholder 14">
            <a:extLst>
              <a:ext uri="{FF2B5EF4-FFF2-40B4-BE49-F238E27FC236}">
                <a16:creationId xmlns:a16="http://schemas.microsoft.com/office/drawing/2014/main" id="{04DF1AD6-E51A-4D19-A9C8-CCAFE9E9B2A0}"/>
              </a:ext>
            </a:extLst>
          </p:cNvPr>
          <p:cNvSpPr>
            <a:spLocks noGrp="1"/>
          </p:cNvSpPr>
          <p:nvPr>
            <p:ph type="body" sz="quarter" idx="23" hasCustomPrompt="1"/>
          </p:nvPr>
        </p:nvSpPr>
        <p:spPr>
          <a:xfrm>
            <a:off x="8506711" y="3532639"/>
            <a:ext cx="2859090"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19" name="Text Placeholder 14">
            <a:extLst>
              <a:ext uri="{FF2B5EF4-FFF2-40B4-BE49-F238E27FC236}">
                <a16:creationId xmlns:a16="http://schemas.microsoft.com/office/drawing/2014/main" id="{A3656830-2B4C-4F48-8EBD-F8C80C353FC4}"/>
              </a:ext>
            </a:extLst>
          </p:cNvPr>
          <p:cNvSpPr>
            <a:spLocks noGrp="1"/>
          </p:cNvSpPr>
          <p:nvPr>
            <p:ph type="body" sz="quarter" idx="24" hasCustomPrompt="1"/>
          </p:nvPr>
        </p:nvSpPr>
        <p:spPr>
          <a:xfrm>
            <a:off x="5167309" y="3532639"/>
            <a:ext cx="2859089" cy="365125"/>
          </a:xfrm>
          <a:prstGeom prst="rect">
            <a:avLst/>
          </a:prstGeom>
        </p:spPr>
        <p:txBody>
          <a:bodyPr/>
          <a:lstStyle>
            <a:lvl1pPr marL="0" indent="0">
              <a:buNone/>
              <a:defRPr sz="1600" cap="all" spc="200" baseline="0">
                <a:solidFill>
                  <a:schemeClr val="accent5"/>
                </a:solidFill>
                <a:latin typeface="+mj-lt"/>
              </a:defRPr>
            </a:lvl1pPr>
          </a:lstStyle>
          <a:p>
            <a:pPr lvl="0"/>
            <a:r>
              <a:rPr lang="en-US"/>
              <a:t>Click to add title</a:t>
            </a:r>
          </a:p>
        </p:txBody>
      </p:sp>
      <p:sp>
        <p:nvSpPr>
          <p:cNvPr id="2" name="Title 1">
            <a:extLst>
              <a:ext uri="{FF2B5EF4-FFF2-40B4-BE49-F238E27FC236}">
                <a16:creationId xmlns:a16="http://schemas.microsoft.com/office/drawing/2014/main" id="{923D6999-ED11-424C-91FD-1ECD0CB9D272}"/>
              </a:ext>
            </a:extLst>
          </p:cNvPr>
          <p:cNvSpPr>
            <a:spLocks noGrp="1"/>
          </p:cNvSpPr>
          <p:nvPr>
            <p:ph type="title" hasCustomPrompt="1"/>
          </p:nvPr>
        </p:nvSpPr>
        <p:spPr>
          <a:xfrm>
            <a:off x="1384299" y="2768600"/>
            <a:ext cx="2956810" cy="1129164"/>
          </a:xfrm>
        </p:spPr>
        <p:txBody>
          <a:bodyPr anchor="t">
            <a:normAutofit/>
          </a:bodyPr>
          <a:lstStyle>
            <a:lvl1pPr>
              <a:lnSpc>
                <a:spcPct val="125000"/>
              </a:lnSpc>
              <a:defRPr sz="2800">
                <a:ln w="19050">
                  <a:solidFill>
                    <a:schemeClr val="bg1"/>
                  </a:solidFill>
                </a:ln>
              </a:defRPr>
            </a:lvl1pPr>
          </a:lstStyle>
          <a:p>
            <a:r>
              <a:rPr lang="en-US" dirty="0"/>
              <a:t>Click to add title</a:t>
            </a:r>
          </a:p>
        </p:txBody>
      </p:sp>
    </p:spTree>
    <p:extLst>
      <p:ext uri="{BB962C8B-B14F-4D97-AF65-F5344CB8AC3E}">
        <p14:creationId xmlns:p14="http://schemas.microsoft.com/office/powerpoint/2010/main" val="15617239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Product Overview">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0CE26C-A8CF-4DC0-9913-86FF0ED87623}"/>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7" name="Date Placeholder 6">
            <a:extLst>
              <a:ext uri="{FF2B5EF4-FFF2-40B4-BE49-F238E27FC236}">
                <a16:creationId xmlns:a16="http://schemas.microsoft.com/office/drawing/2014/main" id="{15DD4FC6-591F-4220-A331-724C4FE41E93}"/>
              </a:ext>
            </a:extLst>
          </p:cNvPr>
          <p:cNvSpPr>
            <a:spLocks noGrp="1"/>
          </p:cNvSpPr>
          <p:nvPr>
            <p:ph type="dt" sz="half" idx="10"/>
          </p:nvPr>
        </p:nvSpPr>
        <p:spPr/>
        <p:txBody>
          <a:bodyPr/>
          <a:lstStyle/>
          <a:p>
            <a:r>
              <a:rPr lang="en-US" dirty="0"/>
              <a:t>8/06/20XX</a:t>
            </a:r>
          </a:p>
        </p:txBody>
      </p:sp>
      <p:sp>
        <p:nvSpPr>
          <p:cNvPr id="8" name="Footer Placeholder 7">
            <a:extLst>
              <a:ext uri="{FF2B5EF4-FFF2-40B4-BE49-F238E27FC236}">
                <a16:creationId xmlns:a16="http://schemas.microsoft.com/office/drawing/2014/main" id="{A1506146-DCCA-4419-9FC3-7F33AEABA41D}"/>
              </a:ext>
            </a:extLst>
          </p:cNvPr>
          <p:cNvSpPr>
            <a:spLocks noGrp="1"/>
          </p:cNvSpPr>
          <p:nvPr>
            <p:ph type="ftr" sz="quarter" idx="11"/>
          </p:nvPr>
        </p:nvSpPr>
        <p:spPr/>
        <p:txBody>
          <a:bodyPr/>
          <a:lstStyle/>
          <a:p>
            <a:r>
              <a:rPr lang="en-US" dirty="0"/>
              <a:t>PITCH DECK</a:t>
            </a:r>
          </a:p>
        </p:txBody>
      </p:sp>
      <p:sp>
        <p:nvSpPr>
          <p:cNvPr id="9" name="Slide Number Placeholder 8">
            <a:extLst>
              <a:ext uri="{FF2B5EF4-FFF2-40B4-BE49-F238E27FC236}">
                <a16:creationId xmlns:a16="http://schemas.microsoft.com/office/drawing/2014/main" id="{4BDEDAF2-5575-4164-9610-7906C2033591}"/>
              </a:ext>
            </a:extLst>
          </p:cNvPr>
          <p:cNvSpPr>
            <a:spLocks noGrp="1"/>
          </p:cNvSpPr>
          <p:nvPr>
            <p:ph type="sldNum" sz="quarter" idx="12"/>
          </p:nvPr>
        </p:nvSpPr>
        <p:spPr/>
        <p:txBody>
          <a:bodyPr/>
          <a:lstStyle/>
          <a:p>
            <a:fld id="{A402E4C0-AD5E-4E8C-9F21-7CCE474BDCEB}" type="slidenum">
              <a:rPr lang="en-US" smtClean="0"/>
              <a:t>‹#›</a:t>
            </a:fld>
            <a:endParaRPr lang="en-US" dirty="0"/>
          </a:p>
        </p:txBody>
      </p:sp>
      <p:sp>
        <p:nvSpPr>
          <p:cNvPr id="35" name="Text Placeholder 14">
            <a:extLst>
              <a:ext uri="{FF2B5EF4-FFF2-40B4-BE49-F238E27FC236}">
                <a16:creationId xmlns:a16="http://schemas.microsoft.com/office/drawing/2014/main" id="{0C598512-93DF-4C00-A3BC-4CFF184217A6}"/>
              </a:ext>
            </a:extLst>
          </p:cNvPr>
          <p:cNvSpPr>
            <a:spLocks noGrp="1"/>
          </p:cNvSpPr>
          <p:nvPr>
            <p:ph type="body" sz="quarter" idx="27" hasCustomPrompt="1"/>
          </p:nvPr>
        </p:nvSpPr>
        <p:spPr>
          <a:xfrm>
            <a:off x="620484" y="3639417"/>
            <a:ext cx="2383764" cy="365125"/>
          </a:xfrm>
          <a:prstGeom prst="rect">
            <a:avLst/>
          </a:prstGeom>
        </p:spPr>
        <p:txBody>
          <a:bodyPr/>
          <a:lstStyle>
            <a:lvl1pPr marL="0" indent="0" algn="ctr">
              <a:buNone/>
              <a:defRPr sz="1600" cap="all" spc="200" baseline="0">
                <a:solidFill>
                  <a:schemeClr val="accent5"/>
                </a:solidFill>
                <a:latin typeface="+mj-lt"/>
                <a:cs typeface="Posterama" panose="020B0504020200020000" pitchFamily="34" charset="0"/>
              </a:defRPr>
            </a:lvl1pPr>
          </a:lstStyle>
          <a:p>
            <a:pPr lvl="0"/>
            <a:r>
              <a:rPr lang="en-US" dirty="0"/>
              <a:t>Click to add title</a:t>
            </a:r>
          </a:p>
        </p:txBody>
      </p:sp>
      <p:sp>
        <p:nvSpPr>
          <p:cNvPr id="36" name="Text Placeholder 14">
            <a:extLst>
              <a:ext uri="{FF2B5EF4-FFF2-40B4-BE49-F238E27FC236}">
                <a16:creationId xmlns:a16="http://schemas.microsoft.com/office/drawing/2014/main" id="{9AFC7B8A-881F-4E97-91D4-F41DFA6D8F8E}"/>
              </a:ext>
            </a:extLst>
          </p:cNvPr>
          <p:cNvSpPr>
            <a:spLocks noGrp="1"/>
          </p:cNvSpPr>
          <p:nvPr>
            <p:ph type="body" sz="quarter" idx="28" hasCustomPrompt="1"/>
          </p:nvPr>
        </p:nvSpPr>
        <p:spPr>
          <a:xfrm>
            <a:off x="620484" y="3965866"/>
            <a:ext cx="2383764" cy="1126085"/>
          </a:xfrm>
          <a:prstGeom prst="rect">
            <a:avLst/>
          </a:prstGeom>
        </p:spPr>
        <p:txBody>
          <a:bodyPr/>
          <a:lstStyle>
            <a:lvl1pPr marL="0" indent="0" algn="ctr">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37" name="Text Placeholder 14">
            <a:extLst>
              <a:ext uri="{FF2B5EF4-FFF2-40B4-BE49-F238E27FC236}">
                <a16:creationId xmlns:a16="http://schemas.microsoft.com/office/drawing/2014/main" id="{77B10018-89A9-49C8-8DCE-621EF9328C63}"/>
              </a:ext>
            </a:extLst>
          </p:cNvPr>
          <p:cNvSpPr>
            <a:spLocks noGrp="1"/>
          </p:cNvSpPr>
          <p:nvPr>
            <p:ph type="body" sz="quarter" idx="15" hasCustomPrompt="1"/>
          </p:nvPr>
        </p:nvSpPr>
        <p:spPr>
          <a:xfrm>
            <a:off x="3478982" y="3969554"/>
            <a:ext cx="2383764" cy="1126085"/>
          </a:xfrm>
          <a:prstGeom prst="rect">
            <a:avLst/>
          </a:prstGeom>
        </p:spPr>
        <p:txBody>
          <a:bodyPr/>
          <a:lstStyle>
            <a:lvl1pPr marL="0" indent="0" algn="ctr">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38" name="Text Placeholder 14">
            <a:extLst>
              <a:ext uri="{FF2B5EF4-FFF2-40B4-BE49-F238E27FC236}">
                <a16:creationId xmlns:a16="http://schemas.microsoft.com/office/drawing/2014/main" id="{342C0572-2FB8-4C18-AD74-75A165321342}"/>
              </a:ext>
            </a:extLst>
          </p:cNvPr>
          <p:cNvSpPr>
            <a:spLocks noGrp="1"/>
          </p:cNvSpPr>
          <p:nvPr>
            <p:ph type="body" sz="quarter" idx="17" hasCustomPrompt="1"/>
          </p:nvPr>
        </p:nvSpPr>
        <p:spPr>
          <a:xfrm>
            <a:off x="6337478" y="3953422"/>
            <a:ext cx="2383765" cy="1126085"/>
          </a:xfrm>
          <a:prstGeom prst="rect">
            <a:avLst/>
          </a:prstGeom>
        </p:spPr>
        <p:txBody>
          <a:bodyPr/>
          <a:lstStyle>
            <a:lvl1pPr marL="0" indent="0" algn="ctr">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39" name="Text Placeholder 14">
            <a:extLst>
              <a:ext uri="{FF2B5EF4-FFF2-40B4-BE49-F238E27FC236}">
                <a16:creationId xmlns:a16="http://schemas.microsoft.com/office/drawing/2014/main" id="{3495EE04-F172-4AD4-8FE7-4A03B1CE4F82}"/>
              </a:ext>
            </a:extLst>
          </p:cNvPr>
          <p:cNvSpPr>
            <a:spLocks noGrp="1"/>
          </p:cNvSpPr>
          <p:nvPr>
            <p:ph type="body" sz="quarter" idx="19" hasCustomPrompt="1"/>
          </p:nvPr>
        </p:nvSpPr>
        <p:spPr>
          <a:xfrm>
            <a:off x="9188445" y="3953422"/>
            <a:ext cx="2383765" cy="1126085"/>
          </a:xfrm>
          <a:prstGeom prst="rect">
            <a:avLst/>
          </a:prstGeom>
        </p:spPr>
        <p:txBody>
          <a:bodyPr/>
          <a:lstStyle>
            <a:lvl1pPr marL="0" indent="0" algn="ctr">
              <a:lnSpc>
                <a:spcPct val="114000"/>
              </a:lnSpc>
              <a:spcBef>
                <a:spcPts val="0"/>
              </a:spcBef>
              <a:buNone/>
              <a:defRPr sz="1400" cap="none" spc="0" baseline="0">
                <a:solidFill>
                  <a:schemeClr val="bg1"/>
                </a:solidFill>
                <a:latin typeface="+mn-lt"/>
              </a:defRPr>
            </a:lvl1pPr>
          </a:lstStyle>
          <a:p>
            <a:pPr lvl="0"/>
            <a:r>
              <a:rPr lang="en-US"/>
              <a:t>Click to add text</a:t>
            </a:r>
          </a:p>
        </p:txBody>
      </p:sp>
      <p:sp>
        <p:nvSpPr>
          <p:cNvPr id="40" name="Text Placeholder 14">
            <a:extLst>
              <a:ext uri="{FF2B5EF4-FFF2-40B4-BE49-F238E27FC236}">
                <a16:creationId xmlns:a16="http://schemas.microsoft.com/office/drawing/2014/main" id="{F23ABA12-4A7C-42A2-9A8E-9E7F1A2BB230}"/>
              </a:ext>
            </a:extLst>
          </p:cNvPr>
          <p:cNvSpPr>
            <a:spLocks noGrp="1"/>
          </p:cNvSpPr>
          <p:nvPr>
            <p:ph type="body" sz="quarter" idx="29" hasCustomPrompt="1"/>
          </p:nvPr>
        </p:nvSpPr>
        <p:spPr>
          <a:xfrm>
            <a:off x="3419503" y="3639417"/>
            <a:ext cx="2502719" cy="365125"/>
          </a:xfrm>
          <a:prstGeom prst="rect">
            <a:avLst/>
          </a:prstGeom>
        </p:spPr>
        <p:txBody>
          <a:bodyPr/>
          <a:lstStyle>
            <a:lvl1pPr marL="0" indent="0" algn="ctr">
              <a:buNone/>
              <a:defRPr sz="1600" cap="all" spc="200" baseline="0">
                <a:solidFill>
                  <a:schemeClr val="accent5"/>
                </a:solidFill>
                <a:latin typeface="+mj-lt"/>
                <a:cs typeface="Posterama" panose="020B0504020200020000" pitchFamily="34" charset="0"/>
              </a:defRPr>
            </a:lvl1pPr>
          </a:lstStyle>
          <a:p>
            <a:pPr lvl="0"/>
            <a:r>
              <a:rPr lang="en-US" dirty="0"/>
              <a:t>Click to add title</a:t>
            </a:r>
          </a:p>
        </p:txBody>
      </p:sp>
      <p:sp>
        <p:nvSpPr>
          <p:cNvPr id="41" name="Text Placeholder 14">
            <a:extLst>
              <a:ext uri="{FF2B5EF4-FFF2-40B4-BE49-F238E27FC236}">
                <a16:creationId xmlns:a16="http://schemas.microsoft.com/office/drawing/2014/main" id="{1E11CB21-11BD-400A-BC43-71A9AFA9282B}"/>
              </a:ext>
            </a:extLst>
          </p:cNvPr>
          <p:cNvSpPr>
            <a:spLocks noGrp="1"/>
          </p:cNvSpPr>
          <p:nvPr>
            <p:ph type="body" sz="quarter" idx="30" hasCustomPrompt="1"/>
          </p:nvPr>
        </p:nvSpPr>
        <p:spPr>
          <a:xfrm>
            <a:off x="6337478" y="3639417"/>
            <a:ext cx="2383765" cy="365125"/>
          </a:xfrm>
          <a:prstGeom prst="rect">
            <a:avLst/>
          </a:prstGeom>
        </p:spPr>
        <p:txBody>
          <a:bodyPr/>
          <a:lstStyle>
            <a:lvl1pPr marL="0" indent="0" algn="ctr">
              <a:buNone/>
              <a:defRPr sz="1600" cap="all" spc="200" baseline="0">
                <a:solidFill>
                  <a:schemeClr val="accent5"/>
                </a:solidFill>
                <a:latin typeface="+mj-lt"/>
                <a:cs typeface="Posterama" panose="020B0504020200020000" pitchFamily="34" charset="0"/>
              </a:defRPr>
            </a:lvl1pPr>
          </a:lstStyle>
          <a:p>
            <a:pPr lvl="0"/>
            <a:r>
              <a:rPr lang="en-US" dirty="0"/>
              <a:t>Click to add title</a:t>
            </a:r>
          </a:p>
        </p:txBody>
      </p:sp>
      <p:sp>
        <p:nvSpPr>
          <p:cNvPr id="42" name="Text Placeholder 14">
            <a:extLst>
              <a:ext uri="{FF2B5EF4-FFF2-40B4-BE49-F238E27FC236}">
                <a16:creationId xmlns:a16="http://schemas.microsoft.com/office/drawing/2014/main" id="{02DE0CA8-2A1F-49D8-B9B6-BF353B9808C6}"/>
              </a:ext>
            </a:extLst>
          </p:cNvPr>
          <p:cNvSpPr>
            <a:spLocks noGrp="1"/>
          </p:cNvSpPr>
          <p:nvPr>
            <p:ph type="body" sz="quarter" idx="31" hasCustomPrompt="1"/>
          </p:nvPr>
        </p:nvSpPr>
        <p:spPr>
          <a:xfrm>
            <a:off x="9188445" y="3639417"/>
            <a:ext cx="2383765" cy="365125"/>
          </a:xfrm>
          <a:prstGeom prst="rect">
            <a:avLst/>
          </a:prstGeom>
        </p:spPr>
        <p:txBody>
          <a:bodyPr/>
          <a:lstStyle>
            <a:lvl1pPr marL="0" indent="0" algn="ctr">
              <a:buNone/>
              <a:defRPr sz="1600" cap="all" spc="200" baseline="0">
                <a:solidFill>
                  <a:schemeClr val="accent5"/>
                </a:solidFill>
                <a:latin typeface="+mj-lt"/>
                <a:cs typeface="Posterama" panose="020B0504020200020000" pitchFamily="34" charset="0"/>
              </a:defRPr>
            </a:lvl1pPr>
          </a:lstStyle>
          <a:p>
            <a:pPr lvl="0"/>
            <a:r>
              <a:rPr lang="en-US" dirty="0"/>
              <a:t>Click to add title</a:t>
            </a:r>
          </a:p>
        </p:txBody>
      </p:sp>
      <p:sp>
        <p:nvSpPr>
          <p:cNvPr id="2" name="Title 1">
            <a:extLst>
              <a:ext uri="{FF2B5EF4-FFF2-40B4-BE49-F238E27FC236}">
                <a16:creationId xmlns:a16="http://schemas.microsoft.com/office/drawing/2014/main" id="{D55D3DD0-ED40-47C1-B841-046E1D918B22}"/>
              </a:ext>
            </a:extLst>
          </p:cNvPr>
          <p:cNvSpPr>
            <a:spLocks noGrp="1"/>
          </p:cNvSpPr>
          <p:nvPr>
            <p:ph type="title" hasCustomPrompt="1"/>
          </p:nvPr>
        </p:nvSpPr>
        <p:spPr>
          <a:xfrm>
            <a:off x="2452697" y="1581912"/>
            <a:ext cx="7286605" cy="634323"/>
          </a:xfrm>
        </p:spPr>
        <p:txBody>
          <a:bodyPr>
            <a:normAutofit/>
          </a:bodyPr>
          <a:lstStyle>
            <a:lvl1pPr algn="ctr">
              <a:lnSpc>
                <a:spcPct val="125000"/>
              </a:lnSpc>
              <a:defRPr sz="2800">
                <a:ln w="19050">
                  <a:solidFill>
                    <a:schemeClr val="bg1"/>
                  </a:solidFill>
                </a:ln>
              </a:defRPr>
            </a:lvl1pPr>
          </a:lstStyle>
          <a:p>
            <a:r>
              <a:rPr lang="en-US" dirty="0"/>
              <a:t>Click to add title</a:t>
            </a:r>
          </a:p>
        </p:txBody>
      </p:sp>
      <p:sp>
        <p:nvSpPr>
          <p:cNvPr id="4" name="Picture Placeholder 3">
            <a:extLst>
              <a:ext uri="{FF2B5EF4-FFF2-40B4-BE49-F238E27FC236}">
                <a16:creationId xmlns:a16="http://schemas.microsoft.com/office/drawing/2014/main" id="{23C97099-E767-429A-80C6-731FB9D295F4}"/>
              </a:ext>
            </a:extLst>
          </p:cNvPr>
          <p:cNvSpPr>
            <a:spLocks noGrp="1"/>
          </p:cNvSpPr>
          <p:nvPr>
            <p:ph type="pic" sz="quarter" idx="32"/>
          </p:nvPr>
        </p:nvSpPr>
        <p:spPr>
          <a:xfrm>
            <a:off x="1510614" y="2847098"/>
            <a:ext cx="603504" cy="603504"/>
          </a:xfrm>
        </p:spPr>
        <p:txBody>
          <a:bodyPr anchor="ctr">
            <a:normAutofit/>
          </a:bodyPr>
          <a:lstStyle>
            <a:lvl1pPr marL="0" indent="0" algn="ctr">
              <a:buNone/>
              <a:defRPr sz="900">
                <a:solidFill>
                  <a:schemeClr val="bg1"/>
                </a:solidFill>
              </a:defRPr>
            </a:lvl1pPr>
          </a:lstStyle>
          <a:p>
            <a:r>
              <a:rPr lang="en-US"/>
              <a:t>Click icon to add picture</a:t>
            </a:r>
            <a:endParaRPr lang="en-US" dirty="0"/>
          </a:p>
        </p:txBody>
      </p:sp>
      <p:sp>
        <p:nvSpPr>
          <p:cNvPr id="22" name="Picture Placeholder 3">
            <a:extLst>
              <a:ext uri="{FF2B5EF4-FFF2-40B4-BE49-F238E27FC236}">
                <a16:creationId xmlns:a16="http://schemas.microsoft.com/office/drawing/2014/main" id="{E2E22B87-E0E3-4234-B4FA-C9FC97DEDCB3}"/>
              </a:ext>
            </a:extLst>
          </p:cNvPr>
          <p:cNvSpPr>
            <a:spLocks noGrp="1"/>
          </p:cNvSpPr>
          <p:nvPr>
            <p:ph type="pic" sz="quarter" idx="33"/>
          </p:nvPr>
        </p:nvSpPr>
        <p:spPr>
          <a:xfrm>
            <a:off x="4369110" y="2847098"/>
            <a:ext cx="603504" cy="603504"/>
          </a:xfrm>
        </p:spPr>
        <p:txBody>
          <a:bodyPr anchor="ctr">
            <a:normAutofit/>
          </a:bodyPr>
          <a:lstStyle>
            <a:lvl1pPr marL="0" indent="0" algn="ctr">
              <a:buNone/>
              <a:defRPr sz="900">
                <a:solidFill>
                  <a:schemeClr val="bg1"/>
                </a:solidFill>
              </a:defRPr>
            </a:lvl1pPr>
          </a:lstStyle>
          <a:p>
            <a:r>
              <a:rPr lang="en-US"/>
              <a:t>Click icon to add picture</a:t>
            </a:r>
            <a:endParaRPr lang="en-US" dirty="0"/>
          </a:p>
        </p:txBody>
      </p:sp>
      <p:sp>
        <p:nvSpPr>
          <p:cNvPr id="24" name="Picture Placeholder 3">
            <a:extLst>
              <a:ext uri="{FF2B5EF4-FFF2-40B4-BE49-F238E27FC236}">
                <a16:creationId xmlns:a16="http://schemas.microsoft.com/office/drawing/2014/main" id="{8EF1B794-5E10-4558-B229-0D8F5895CCAE}"/>
              </a:ext>
            </a:extLst>
          </p:cNvPr>
          <p:cNvSpPr>
            <a:spLocks noGrp="1"/>
          </p:cNvSpPr>
          <p:nvPr>
            <p:ph type="pic" sz="quarter" idx="34"/>
          </p:nvPr>
        </p:nvSpPr>
        <p:spPr>
          <a:xfrm>
            <a:off x="7227608" y="2847098"/>
            <a:ext cx="603504" cy="603504"/>
          </a:xfrm>
        </p:spPr>
        <p:txBody>
          <a:bodyPr anchor="ctr">
            <a:normAutofit/>
          </a:bodyPr>
          <a:lstStyle>
            <a:lvl1pPr marL="0" indent="0" algn="ctr">
              <a:buNone/>
              <a:defRPr sz="900">
                <a:solidFill>
                  <a:schemeClr val="bg1"/>
                </a:solidFill>
              </a:defRPr>
            </a:lvl1pPr>
          </a:lstStyle>
          <a:p>
            <a:r>
              <a:rPr lang="en-US"/>
              <a:t>Click icon to add picture</a:t>
            </a:r>
            <a:endParaRPr lang="en-US" dirty="0"/>
          </a:p>
        </p:txBody>
      </p:sp>
      <p:sp>
        <p:nvSpPr>
          <p:cNvPr id="25" name="Picture Placeholder 3">
            <a:extLst>
              <a:ext uri="{FF2B5EF4-FFF2-40B4-BE49-F238E27FC236}">
                <a16:creationId xmlns:a16="http://schemas.microsoft.com/office/drawing/2014/main" id="{5ECB6791-2C34-417D-9AB9-03C9A8BBDF91}"/>
              </a:ext>
            </a:extLst>
          </p:cNvPr>
          <p:cNvSpPr>
            <a:spLocks noGrp="1"/>
          </p:cNvSpPr>
          <p:nvPr>
            <p:ph type="pic" sz="quarter" idx="35"/>
          </p:nvPr>
        </p:nvSpPr>
        <p:spPr>
          <a:xfrm>
            <a:off x="10078575" y="2847098"/>
            <a:ext cx="603504" cy="603504"/>
          </a:xfrm>
        </p:spPr>
        <p:txBody>
          <a:bodyPr anchor="ctr">
            <a:normAutofit/>
          </a:bodyPr>
          <a:lstStyle>
            <a:lvl1pPr marL="0" indent="0" algn="ctr">
              <a:buNone/>
              <a:defRPr sz="9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8401559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Product Benefit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57C8E50C-1C7A-4E62-B38F-3E12A174C85B}"/>
              </a:ext>
            </a:extLst>
          </p:cNvPr>
          <p:cNvPicPr>
            <a:picLocks noChangeAspect="1"/>
          </p:cNvPicPr>
          <p:nvPr userDrawn="1"/>
        </p:nvPicPr>
        <p:blipFill>
          <a:blip r:embed="rId2"/>
          <a:stretch>
            <a:fillRect/>
          </a:stretch>
        </p:blipFill>
        <p:spPr>
          <a:xfrm>
            <a:off x="1690" y="0"/>
            <a:ext cx="12188620" cy="6858000"/>
          </a:xfrm>
          <a:prstGeom prst="rect">
            <a:avLst/>
          </a:prstGeom>
        </p:spPr>
      </p:pic>
      <p:sp>
        <p:nvSpPr>
          <p:cNvPr id="7" name="Picture Placeholder 7">
            <a:extLst>
              <a:ext uri="{FF2B5EF4-FFF2-40B4-BE49-F238E27FC236}">
                <a16:creationId xmlns:a16="http://schemas.microsoft.com/office/drawing/2014/main" id="{7AF7405C-6DF9-4409-85F0-8C1DCCC0AC61}"/>
              </a:ext>
            </a:extLst>
          </p:cNvPr>
          <p:cNvSpPr>
            <a:spLocks noGrp="1"/>
          </p:cNvSpPr>
          <p:nvPr>
            <p:ph type="pic" sz="quarter" idx="13" hasCustomPrompt="1"/>
          </p:nvPr>
        </p:nvSpPr>
        <p:spPr>
          <a:xfrm>
            <a:off x="622570" y="729926"/>
            <a:ext cx="6456836" cy="5388772"/>
          </a:xfrm>
        </p:spPr>
        <p:txBody>
          <a:bodyPr/>
          <a:lstStyle>
            <a:lvl1pPr marL="0" indent="0" algn="ctr">
              <a:buNone/>
              <a:defRPr>
                <a:solidFill>
                  <a:schemeClr val="bg1"/>
                </a:solidFill>
              </a:defRPr>
            </a:lvl1pPr>
          </a:lstStyle>
          <a:p>
            <a:r>
              <a:rPr lang="en-US" dirty="0"/>
              <a:t>Click to add photo</a:t>
            </a:r>
          </a:p>
        </p:txBody>
      </p:sp>
      <p:sp>
        <p:nvSpPr>
          <p:cNvPr id="2" name="Title 1">
            <a:extLst>
              <a:ext uri="{FF2B5EF4-FFF2-40B4-BE49-F238E27FC236}">
                <a16:creationId xmlns:a16="http://schemas.microsoft.com/office/drawing/2014/main" id="{4C883B71-4A78-4B93-97F2-F54D7DC10020}"/>
              </a:ext>
            </a:extLst>
          </p:cNvPr>
          <p:cNvSpPr>
            <a:spLocks noGrp="1"/>
          </p:cNvSpPr>
          <p:nvPr>
            <p:ph type="title" hasCustomPrompt="1"/>
          </p:nvPr>
        </p:nvSpPr>
        <p:spPr>
          <a:xfrm>
            <a:off x="6467704" y="1881922"/>
            <a:ext cx="5749200" cy="3084630"/>
          </a:xfrm>
          <a:solidFill>
            <a:schemeClr val="bg2">
              <a:alpha val="93000"/>
            </a:schemeClr>
          </a:solidFill>
        </p:spPr>
        <p:txBody>
          <a:bodyPr lIns="694944" tIns="713232" anchor="t">
            <a:normAutofit/>
          </a:bodyPr>
          <a:lstStyle>
            <a:lvl1pPr algn="l">
              <a:lnSpc>
                <a:spcPct val="100000"/>
              </a:lnSpc>
              <a:defRPr sz="2800"/>
            </a:lvl1pPr>
          </a:lstStyle>
          <a:p>
            <a:r>
              <a:rPr lang="en-US" dirty="0"/>
              <a:t>Click to add title</a:t>
            </a:r>
          </a:p>
        </p:txBody>
      </p:sp>
      <p:sp>
        <p:nvSpPr>
          <p:cNvPr id="9" name="Text Placeholder 17">
            <a:extLst>
              <a:ext uri="{FF2B5EF4-FFF2-40B4-BE49-F238E27FC236}">
                <a16:creationId xmlns:a16="http://schemas.microsoft.com/office/drawing/2014/main" id="{83F286D7-A050-456B-BDD3-3FFAA21A8099}"/>
              </a:ext>
            </a:extLst>
          </p:cNvPr>
          <p:cNvSpPr>
            <a:spLocks noGrp="1"/>
          </p:cNvSpPr>
          <p:nvPr>
            <p:ph type="body" sz="quarter" idx="15" hasCustomPrompt="1"/>
          </p:nvPr>
        </p:nvSpPr>
        <p:spPr>
          <a:xfrm>
            <a:off x="7079405" y="3201410"/>
            <a:ext cx="4614604" cy="1291638"/>
          </a:xfrm>
        </p:spPr>
        <p:txBody>
          <a:bodyPr>
            <a:noAutofit/>
          </a:bodyPr>
          <a:lstStyle>
            <a:lvl1pPr marL="0" indent="0" algn="l">
              <a:lnSpc>
                <a:spcPct val="125000"/>
              </a:lnSpc>
              <a:buNone/>
              <a:defRPr sz="1400" spc="100" baseline="0">
                <a:solidFill>
                  <a:schemeClr val="accent2"/>
                </a:solidFill>
              </a:defRPr>
            </a:lvl1pPr>
          </a:lstStyle>
          <a:p>
            <a:pPr lvl="0"/>
            <a:r>
              <a:rPr lang="en-US"/>
              <a:t>Click to add text</a:t>
            </a:r>
          </a:p>
        </p:txBody>
      </p:sp>
      <p:sp>
        <p:nvSpPr>
          <p:cNvPr id="3" name="Date Placeholder 2">
            <a:extLst>
              <a:ext uri="{FF2B5EF4-FFF2-40B4-BE49-F238E27FC236}">
                <a16:creationId xmlns:a16="http://schemas.microsoft.com/office/drawing/2014/main" id="{4A927E28-2C60-4D18-8BB3-DC9627E13C59}"/>
              </a:ext>
            </a:extLst>
          </p:cNvPr>
          <p:cNvSpPr>
            <a:spLocks noGrp="1"/>
          </p:cNvSpPr>
          <p:nvPr>
            <p:ph type="dt" sz="half" idx="10"/>
          </p:nvPr>
        </p:nvSpPr>
        <p:spPr/>
        <p:txBody>
          <a:bodyPr/>
          <a:lstStyle/>
          <a:p>
            <a:r>
              <a:rPr lang="en-US" dirty="0"/>
              <a:t>8/06/20XX</a:t>
            </a:r>
          </a:p>
        </p:txBody>
      </p:sp>
      <p:sp>
        <p:nvSpPr>
          <p:cNvPr id="4" name="Footer Placeholder 3">
            <a:extLst>
              <a:ext uri="{FF2B5EF4-FFF2-40B4-BE49-F238E27FC236}">
                <a16:creationId xmlns:a16="http://schemas.microsoft.com/office/drawing/2014/main" id="{4290EE45-541D-483E-A0B8-5997A2F98DA3}"/>
              </a:ext>
            </a:extLst>
          </p:cNvPr>
          <p:cNvSpPr>
            <a:spLocks noGrp="1"/>
          </p:cNvSpPr>
          <p:nvPr>
            <p:ph type="ftr" sz="quarter" idx="1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504E100B-E96A-45D4-9553-51CF2CBA55DD}"/>
              </a:ext>
            </a:extLst>
          </p:cNvPr>
          <p:cNvSpPr>
            <a:spLocks noGrp="1"/>
          </p:cNvSpPr>
          <p:nvPr>
            <p:ph type="sldNum" sz="quarter" idx="12"/>
          </p:nvPr>
        </p:nvSpPr>
        <p:spPr/>
        <p:txBody>
          <a:bodyPr/>
          <a:lstStyle/>
          <a:p>
            <a:fld id="{A402E4C0-AD5E-4E8C-9F21-7CCE474BDCEB}" type="slidenum">
              <a:rPr lang="en-US" smtClean="0"/>
              <a:t>‹#›</a:t>
            </a:fld>
            <a:endParaRPr lang="en-US" dirty="0"/>
          </a:p>
        </p:txBody>
      </p:sp>
    </p:spTree>
    <p:extLst>
      <p:ext uri="{BB962C8B-B14F-4D97-AF65-F5344CB8AC3E}">
        <p14:creationId xmlns:p14="http://schemas.microsoft.com/office/powerpoint/2010/main" val="11203119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ompany Overview">
    <p:spTree>
      <p:nvGrpSpPr>
        <p:cNvPr id="1" name=""/>
        <p:cNvGrpSpPr/>
        <p:nvPr/>
      </p:nvGrpSpPr>
      <p:grpSpPr>
        <a:xfrm>
          <a:off x="0" y="0"/>
          <a:ext cx="0" cy="0"/>
          <a:chOff x="0" y="0"/>
          <a:chExt cx="0" cy="0"/>
        </a:xfrm>
      </p:grpSpPr>
      <p:sp>
        <p:nvSpPr>
          <p:cNvPr id="5" name="Picture Placeholder 7">
            <a:extLst>
              <a:ext uri="{FF2B5EF4-FFF2-40B4-BE49-F238E27FC236}">
                <a16:creationId xmlns:a16="http://schemas.microsoft.com/office/drawing/2014/main" id="{E757B982-FF4B-4902-B808-FC325983FD9C}"/>
              </a:ext>
            </a:extLst>
          </p:cNvPr>
          <p:cNvSpPr>
            <a:spLocks noGrp="1"/>
          </p:cNvSpPr>
          <p:nvPr>
            <p:ph type="pic" sz="quarter" idx="13" hasCustomPrompt="1"/>
          </p:nvPr>
        </p:nvSpPr>
        <p:spPr>
          <a:xfrm flipH="1">
            <a:off x="0" y="0"/>
            <a:ext cx="12192000" cy="6858000"/>
          </a:xfrm>
        </p:spPr>
        <p:txBody>
          <a:bodyPr/>
          <a:lstStyle>
            <a:lvl1pPr marL="0" indent="0" algn="ctr">
              <a:buNone/>
              <a:defRPr>
                <a:solidFill>
                  <a:schemeClr val="tx1"/>
                </a:solidFill>
              </a:defRPr>
            </a:lvl1pPr>
          </a:lstStyle>
          <a:p>
            <a:r>
              <a:rPr lang="en-US" dirty="0"/>
              <a:t>Click to add photo</a:t>
            </a:r>
          </a:p>
        </p:txBody>
      </p:sp>
      <p:sp>
        <p:nvSpPr>
          <p:cNvPr id="2" name="Title 1">
            <a:extLst>
              <a:ext uri="{FF2B5EF4-FFF2-40B4-BE49-F238E27FC236}">
                <a16:creationId xmlns:a16="http://schemas.microsoft.com/office/drawing/2014/main" id="{4D7337BF-9564-499D-91CE-9DDD9C969339}"/>
              </a:ext>
            </a:extLst>
          </p:cNvPr>
          <p:cNvSpPr>
            <a:spLocks noGrp="1"/>
          </p:cNvSpPr>
          <p:nvPr>
            <p:ph type="title" hasCustomPrompt="1"/>
          </p:nvPr>
        </p:nvSpPr>
        <p:spPr>
          <a:xfrm>
            <a:off x="1403350" y="1371599"/>
            <a:ext cx="9385300" cy="985791"/>
          </a:xfrm>
        </p:spPr>
        <p:txBody>
          <a:bodyPr>
            <a:noAutofit/>
          </a:bodyPr>
          <a:lstStyle>
            <a:lvl1pPr algn="ctr">
              <a:defRPr sz="5400">
                <a:ln w="19050">
                  <a:solidFill>
                    <a:schemeClr val="accent5"/>
                  </a:solidFill>
                </a:ln>
              </a:defRPr>
            </a:lvl1pPr>
          </a:lstStyle>
          <a:p>
            <a:r>
              <a:rPr lang="en-US" dirty="0"/>
              <a:t>Click to add title</a:t>
            </a:r>
          </a:p>
        </p:txBody>
      </p:sp>
    </p:spTree>
    <p:extLst>
      <p:ext uri="{BB962C8B-B14F-4D97-AF65-F5344CB8AC3E}">
        <p14:creationId xmlns:p14="http://schemas.microsoft.com/office/powerpoint/2010/main" val="16107570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Business Model">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684757-E21D-414B-B627-1E0D15F89CA8}"/>
              </a:ext>
            </a:extLst>
          </p:cNvPr>
          <p:cNvPicPr>
            <a:picLocks noChangeAspect="1"/>
          </p:cNvPicPr>
          <p:nvPr userDrawn="1"/>
        </p:nvPicPr>
        <p:blipFill>
          <a:blip r:embed="rId2"/>
          <a:stretch>
            <a:fillRect/>
          </a:stretch>
        </p:blipFill>
        <p:spPr>
          <a:xfrm>
            <a:off x="1690" y="0"/>
            <a:ext cx="12188620" cy="6858000"/>
          </a:xfrm>
          <a:prstGeom prst="rect">
            <a:avLst/>
          </a:prstGeom>
        </p:spPr>
      </p:pic>
      <p:sp>
        <p:nvSpPr>
          <p:cNvPr id="11" name="Picture Placeholder 7">
            <a:extLst>
              <a:ext uri="{FF2B5EF4-FFF2-40B4-BE49-F238E27FC236}">
                <a16:creationId xmlns:a16="http://schemas.microsoft.com/office/drawing/2014/main" id="{927250C7-CB58-468C-B8BB-17DB85D4F242}"/>
              </a:ext>
            </a:extLst>
          </p:cNvPr>
          <p:cNvSpPr>
            <a:spLocks noGrp="1"/>
          </p:cNvSpPr>
          <p:nvPr>
            <p:ph type="pic" sz="quarter" idx="13" hasCustomPrompt="1"/>
          </p:nvPr>
        </p:nvSpPr>
        <p:spPr>
          <a:xfrm>
            <a:off x="5011738" y="0"/>
            <a:ext cx="7196930" cy="6867376"/>
          </a:xfrm>
        </p:spPr>
        <p:txBody>
          <a:bodyPr/>
          <a:lstStyle>
            <a:lvl1pPr marL="0" indent="0" algn="ctr">
              <a:buNone/>
              <a:defRPr>
                <a:solidFill>
                  <a:schemeClr val="bg1"/>
                </a:solidFill>
              </a:defRPr>
            </a:lvl1pPr>
          </a:lstStyle>
          <a:p>
            <a:r>
              <a:rPr lang="en-US" dirty="0"/>
              <a:t>Click to add photo</a:t>
            </a:r>
          </a:p>
        </p:txBody>
      </p:sp>
      <p:sp>
        <p:nvSpPr>
          <p:cNvPr id="2" name="Title 1">
            <a:extLst>
              <a:ext uri="{FF2B5EF4-FFF2-40B4-BE49-F238E27FC236}">
                <a16:creationId xmlns:a16="http://schemas.microsoft.com/office/drawing/2014/main" id="{376BB3F6-84AB-40BA-9D7D-7C1E13C0E159}"/>
              </a:ext>
            </a:extLst>
          </p:cNvPr>
          <p:cNvSpPr>
            <a:spLocks noGrp="1"/>
          </p:cNvSpPr>
          <p:nvPr>
            <p:ph type="title" hasCustomPrompt="1"/>
          </p:nvPr>
        </p:nvSpPr>
        <p:spPr>
          <a:xfrm>
            <a:off x="-1" y="1036629"/>
            <a:ext cx="6007099" cy="4784742"/>
          </a:xfrm>
          <a:solidFill>
            <a:schemeClr val="accent6">
              <a:alpha val="80000"/>
            </a:schemeClr>
          </a:solidFill>
        </p:spPr>
        <p:txBody>
          <a:bodyPr lIns="822960" tIns="640080" anchor="t">
            <a:normAutofit/>
          </a:bodyPr>
          <a:lstStyle>
            <a:lvl1pPr algn="l">
              <a:lnSpc>
                <a:spcPct val="100000"/>
              </a:lnSpc>
              <a:defRPr sz="2800"/>
            </a:lvl1pPr>
          </a:lstStyle>
          <a:p>
            <a:r>
              <a:rPr lang="en-US" dirty="0"/>
              <a:t>Click to add title</a:t>
            </a:r>
          </a:p>
        </p:txBody>
      </p:sp>
      <p:sp>
        <p:nvSpPr>
          <p:cNvPr id="16" name="Text Placeholder 14">
            <a:extLst>
              <a:ext uri="{FF2B5EF4-FFF2-40B4-BE49-F238E27FC236}">
                <a16:creationId xmlns:a16="http://schemas.microsoft.com/office/drawing/2014/main" id="{6A7AB969-4D8E-41B0-A403-6D1D41CD5167}"/>
              </a:ext>
            </a:extLst>
          </p:cNvPr>
          <p:cNvSpPr>
            <a:spLocks noGrp="1"/>
          </p:cNvSpPr>
          <p:nvPr>
            <p:ph type="body" sz="quarter" idx="22" hasCustomPrompt="1"/>
          </p:nvPr>
        </p:nvSpPr>
        <p:spPr>
          <a:xfrm>
            <a:off x="729016" y="2368506"/>
            <a:ext cx="4771030" cy="365125"/>
          </a:xfrm>
          <a:prstGeom prst="rect">
            <a:avLst/>
          </a:prstGeom>
        </p:spPr>
        <p:txBody>
          <a:bodyPr/>
          <a:lstStyle>
            <a:lvl1pPr marL="0" indent="0">
              <a:buNone/>
              <a:defRPr sz="1600" cap="all" spc="200" baseline="0">
                <a:solidFill>
                  <a:schemeClr val="accent2"/>
                </a:solidFill>
                <a:latin typeface="+mj-lt"/>
              </a:defRPr>
            </a:lvl1pPr>
          </a:lstStyle>
          <a:p>
            <a:pPr lvl="0"/>
            <a:r>
              <a:rPr lang="en-US"/>
              <a:t>Click to add title</a:t>
            </a:r>
          </a:p>
        </p:txBody>
      </p:sp>
      <p:sp>
        <p:nvSpPr>
          <p:cNvPr id="15" name="Text Placeholder 14">
            <a:extLst>
              <a:ext uri="{FF2B5EF4-FFF2-40B4-BE49-F238E27FC236}">
                <a16:creationId xmlns:a16="http://schemas.microsoft.com/office/drawing/2014/main" id="{08F82904-47D8-4EB9-A697-8ED11274C40F}"/>
              </a:ext>
            </a:extLst>
          </p:cNvPr>
          <p:cNvSpPr>
            <a:spLocks noGrp="1"/>
          </p:cNvSpPr>
          <p:nvPr>
            <p:ph type="body" sz="quarter" idx="18" hasCustomPrompt="1"/>
          </p:nvPr>
        </p:nvSpPr>
        <p:spPr>
          <a:xfrm>
            <a:off x="729017" y="2605040"/>
            <a:ext cx="4771030" cy="801073"/>
          </a:xfrm>
          <a:prstGeom prst="rect">
            <a:avLst/>
          </a:prstGeom>
        </p:spPr>
        <p:txBody>
          <a:bodyPr>
            <a:normAutofit/>
          </a:bodyPr>
          <a:lstStyle>
            <a:lvl1pPr marL="0" indent="0">
              <a:lnSpc>
                <a:spcPct val="114000"/>
              </a:lnSpc>
              <a:spcBef>
                <a:spcPts val="0"/>
              </a:spcBef>
              <a:buNone/>
              <a:defRPr sz="1400" cap="none" spc="100" baseline="0">
                <a:solidFill>
                  <a:schemeClr val="accent2"/>
                </a:solidFill>
                <a:latin typeface="+mn-lt"/>
              </a:defRPr>
            </a:lvl1pPr>
          </a:lstStyle>
          <a:p>
            <a:pPr lvl="0"/>
            <a:r>
              <a:rPr lang="en-US"/>
              <a:t>Click to add text</a:t>
            </a:r>
          </a:p>
        </p:txBody>
      </p:sp>
      <p:sp>
        <p:nvSpPr>
          <p:cNvPr id="22" name="Text Placeholder 14">
            <a:extLst>
              <a:ext uri="{FF2B5EF4-FFF2-40B4-BE49-F238E27FC236}">
                <a16:creationId xmlns:a16="http://schemas.microsoft.com/office/drawing/2014/main" id="{44501739-C457-4C98-A458-5B3639CFB821}"/>
              </a:ext>
            </a:extLst>
          </p:cNvPr>
          <p:cNvSpPr>
            <a:spLocks noGrp="1"/>
          </p:cNvSpPr>
          <p:nvPr>
            <p:ph type="body" sz="quarter" idx="24" hasCustomPrompt="1"/>
          </p:nvPr>
        </p:nvSpPr>
        <p:spPr>
          <a:xfrm>
            <a:off x="729016" y="3544629"/>
            <a:ext cx="4771030" cy="365125"/>
          </a:xfrm>
          <a:prstGeom prst="rect">
            <a:avLst/>
          </a:prstGeom>
        </p:spPr>
        <p:txBody>
          <a:bodyPr/>
          <a:lstStyle>
            <a:lvl1pPr marL="0" indent="0">
              <a:buNone/>
              <a:defRPr sz="1600" cap="all" spc="200" baseline="0">
                <a:solidFill>
                  <a:schemeClr val="accent2"/>
                </a:solidFill>
                <a:latin typeface="+mj-lt"/>
              </a:defRPr>
            </a:lvl1pPr>
          </a:lstStyle>
          <a:p>
            <a:pPr lvl="0"/>
            <a:r>
              <a:rPr lang="en-US"/>
              <a:t>Click to add title</a:t>
            </a:r>
          </a:p>
        </p:txBody>
      </p:sp>
      <p:sp>
        <p:nvSpPr>
          <p:cNvPr id="21" name="Text Placeholder 14">
            <a:extLst>
              <a:ext uri="{FF2B5EF4-FFF2-40B4-BE49-F238E27FC236}">
                <a16:creationId xmlns:a16="http://schemas.microsoft.com/office/drawing/2014/main" id="{503766A8-C36E-4337-9DB4-358A28B74319}"/>
              </a:ext>
            </a:extLst>
          </p:cNvPr>
          <p:cNvSpPr>
            <a:spLocks noGrp="1"/>
          </p:cNvSpPr>
          <p:nvPr>
            <p:ph type="body" sz="quarter" idx="23" hasCustomPrompt="1"/>
          </p:nvPr>
        </p:nvSpPr>
        <p:spPr>
          <a:xfrm>
            <a:off x="729017" y="3781163"/>
            <a:ext cx="4771030" cy="801073"/>
          </a:xfrm>
          <a:prstGeom prst="rect">
            <a:avLst/>
          </a:prstGeom>
        </p:spPr>
        <p:txBody>
          <a:bodyPr>
            <a:normAutofit/>
          </a:bodyPr>
          <a:lstStyle>
            <a:lvl1pPr marL="0" indent="0">
              <a:lnSpc>
                <a:spcPct val="114000"/>
              </a:lnSpc>
              <a:spcBef>
                <a:spcPts val="0"/>
              </a:spcBef>
              <a:buNone/>
              <a:defRPr sz="1400" cap="none" spc="100" baseline="0">
                <a:solidFill>
                  <a:schemeClr val="accent2"/>
                </a:solidFill>
                <a:latin typeface="+mn-lt"/>
              </a:defRPr>
            </a:lvl1pPr>
          </a:lstStyle>
          <a:p>
            <a:pPr lvl="0"/>
            <a:r>
              <a:rPr lang="en-US"/>
              <a:t>Click to add text</a:t>
            </a:r>
          </a:p>
        </p:txBody>
      </p:sp>
      <p:sp>
        <p:nvSpPr>
          <p:cNvPr id="24" name="Text Placeholder 14">
            <a:extLst>
              <a:ext uri="{FF2B5EF4-FFF2-40B4-BE49-F238E27FC236}">
                <a16:creationId xmlns:a16="http://schemas.microsoft.com/office/drawing/2014/main" id="{5F947925-2465-45AC-9A1E-7153477BBEEC}"/>
              </a:ext>
            </a:extLst>
          </p:cNvPr>
          <p:cNvSpPr>
            <a:spLocks noGrp="1"/>
          </p:cNvSpPr>
          <p:nvPr>
            <p:ph type="body" sz="quarter" idx="26" hasCustomPrompt="1"/>
          </p:nvPr>
        </p:nvSpPr>
        <p:spPr>
          <a:xfrm>
            <a:off x="729016" y="4739239"/>
            <a:ext cx="4771030" cy="365125"/>
          </a:xfrm>
          <a:prstGeom prst="rect">
            <a:avLst/>
          </a:prstGeom>
        </p:spPr>
        <p:txBody>
          <a:bodyPr/>
          <a:lstStyle>
            <a:lvl1pPr marL="0" indent="0">
              <a:buNone/>
              <a:defRPr sz="1600" cap="all" spc="200" baseline="0">
                <a:solidFill>
                  <a:schemeClr val="accent2"/>
                </a:solidFill>
                <a:latin typeface="+mj-lt"/>
              </a:defRPr>
            </a:lvl1pPr>
          </a:lstStyle>
          <a:p>
            <a:pPr lvl="0"/>
            <a:r>
              <a:rPr lang="en-US"/>
              <a:t>Click to add title</a:t>
            </a:r>
          </a:p>
        </p:txBody>
      </p:sp>
      <p:sp>
        <p:nvSpPr>
          <p:cNvPr id="23" name="Text Placeholder 14">
            <a:extLst>
              <a:ext uri="{FF2B5EF4-FFF2-40B4-BE49-F238E27FC236}">
                <a16:creationId xmlns:a16="http://schemas.microsoft.com/office/drawing/2014/main" id="{6FC86B0E-A85D-444A-BC2A-B7A5FF1D48D5}"/>
              </a:ext>
            </a:extLst>
          </p:cNvPr>
          <p:cNvSpPr>
            <a:spLocks noGrp="1"/>
          </p:cNvSpPr>
          <p:nvPr>
            <p:ph type="body" sz="quarter" idx="25" hasCustomPrompt="1"/>
          </p:nvPr>
        </p:nvSpPr>
        <p:spPr>
          <a:xfrm>
            <a:off x="729017" y="4975773"/>
            <a:ext cx="4771030" cy="546815"/>
          </a:xfrm>
          <a:prstGeom prst="rect">
            <a:avLst/>
          </a:prstGeom>
        </p:spPr>
        <p:txBody>
          <a:bodyPr>
            <a:normAutofit/>
          </a:bodyPr>
          <a:lstStyle>
            <a:lvl1pPr marL="0" indent="0">
              <a:lnSpc>
                <a:spcPct val="114000"/>
              </a:lnSpc>
              <a:spcBef>
                <a:spcPts val="0"/>
              </a:spcBef>
              <a:buNone/>
              <a:defRPr sz="1400" cap="none" spc="100" baseline="0">
                <a:solidFill>
                  <a:schemeClr val="accent2"/>
                </a:solidFill>
                <a:latin typeface="+mn-lt"/>
              </a:defRPr>
            </a:lvl1pPr>
          </a:lstStyle>
          <a:p>
            <a:pPr lvl="0"/>
            <a:r>
              <a:rPr lang="en-US"/>
              <a:t>Click to add text</a:t>
            </a:r>
          </a:p>
        </p:txBody>
      </p:sp>
      <p:sp>
        <p:nvSpPr>
          <p:cNvPr id="5" name="Date Placeholder 4">
            <a:extLst>
              <a:ext uri="{FF2B5EF4-FFF2-40B4-BE49-F238E27FC236}">
                <a16:creationId xmlns:a16="http://schemas.microsoft.com/office/drawing/2014/main" id="{BBA930A0-A89C-48EB-A039-375BDA735BBF}"/>
              </a:ext>
            </a:extLst>
          </p:cNvPr>
          <p:cNvSpPr>
            <a:spLocks noGrp="1"/>
          </p:cNvSpPr>
          <p:nvPr>
            <p:ph type="dt" sz="half" idx="10"/>
          </p:nvPr>
        </p:nvSpPr>
        <p:spPr/>
        <p:txBody>
          <a:bodyPr/>
          <a:lstStyle/>
          <a:p>
            <a:r>
              <a:rPr lang="en-US" dirty="0"/>
              <a:t>8/06/20XX</a:t>
            </a:r>
          </a:p>
        </p:txBody>
      </p:sp>
      <p:sp>
        <p:nvSpPr>
          <p:cNvPr id="6" name="Footer Placeholder 5">
            <a:extLst>
              <a:ext uri="{FF2B5EF4-FFF2-40B4-BE49-F238E27FC236}">
                <a16:creationId xmlns:a16="http://schemas.microsoft.com/office/drawing/2014/main" id="{A02A2494-B27D-418F-9D5E-8DE4FFB491B3}"/>
              </a:ext>
            </a:extLst>
          </p:cNvPr>
          <p:cNvSpPr>
            <a:spLocks noGrp="1"/>
          </p:cNvSpPr>
          <p:nvPr>
            <p:ph type="ftr" sz="quarter" idx="11"/>
          </p:nvPr>
        </p:nvSpPr>
        <p:spPr/>
        <p:txBody>
          <a:bodyPr/>
          <a:lstStyle/>
          <a:p>
            <a:r>
              <a:rPr lang="en-US" dirty="0"/>
              <a:t>PITCH DECK</a:t>
            </a:r>
          </a:p>
        </p:txBody>
      </p:sp>
      <p:sp>
        <p:nvSpPr>
          <p:cNvPr id="7" name="Slide Number Placeholder 6">
            <a:extLst>
              <a:ext uri="{FF2B5EF4-FFF2-40B4-BE49-F238E27FC236}">
                <a16:creationId xmlns:a16="http://schemas.microsoft.com/office/drawing/2014/main" id="{04B0DC46-AFFB-4CCA-B5AE-7028C4E26619}"/>
              </a:ext>
            </a:extLst>
          </p:cNvPr>
          <p:cNvSpPr>
            <a:spLocks noGrp="1"/>
          </p:cNvSpPr>
          <p:nvPr>
            <p:ph type="sldNum" sz="quarter" idx="12"/>
          </p:nvPr>
        </p:nvSpPr>
        <p:spPr/>
        <p:txBody>
          <a:bodyPr/>
          <a:lstStyle/>
          <a:p>
            <a:fld id="{A402E4C0-AD5E-4E8C-9F21-7CCE474BDCEB}" type="slidenum">
              <a:rPr lang="en-US" smtClean="0"/>
              <a:t>‹#›</a:t>
            </a:fld>
            <a:endParaRPr lang="en-US" dirty="0"/>
          </a:p>
        </p:txBody>
      </p:sp>
    </p:spTree>
    <p:extLst>
      <p:ext uri="{BB962C8B-B14F-4D97-AF65-F5344CB8AC3E}">
        <p14:creationId xmlns:p14="http://schemas.microsoft.com/office/powerpoint/2010/main" val="10702950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Market Overview">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27D588-C832-4149-9B9F-D817459D8B7F}"/>
              </a:ext>
            </a:extLst>
          </p:cNvPr>
          <p:cNvPicPr>
            <a:picLocks noChangeAspect="1"/>
          </p:cNvPicPr>
          <p:nvPr userDrawn="1"/>
        </p:nvPicPr>
        <p:blipFill>
          <a:blip r:embed="rId2"/>
          <a:stretch>
            <a:fillRect/>
          </a:stretch>
        </p:blipFill>
        <p:spPr>
          <a:xfrm>
            <a:off x="1690" y="0"/>
            <a:ext cx="12188620" cy="6858000"/>
          </a:xfrm>
          <a:prstGeom prst="rect">
            <a:avLst/>
          </a:prstGeom>
        </p:spPr>
      </p:pic>
      <p:sp>
        <p:nvSpPr>
          <p:cNvPr id="5" name="Date Placeholder 4">
            <a:extLst>
              <a:ext uri="{FF2B5EF4-FFF2-40B4-BE49-F238E27FC236}">
                <a16:creationId xmlns:a16="http://schemas.microsoft.com/office/drawing/2014/main" id="{A410CE2C-509A-4C33-AB34-6F278F1171B9}"/>
              </a:ext>
            </a:extLst>
          </p:cNvPr>
          <p:cNvSpPr>
            <a:spLocks noGrp="1"/>
          </p:cNvSpPr>
          <p:nvPr>
            <p:ph type="dt" sz="half" idx="10"/>
          </p:nvPr>
        </p:nvSpPr>
        <p:spPr/>
        <p:txBody>
          <a:bodyPr/>
          <a:lstStyle/>
          <a:p>
            <a:r>
              <a:rPr lang="en-US" dirty="0"/>
              <a:t>8/06/20XX</a:t>
            </a:r>
          </a:p>
        </p:txBody>
      </p:sp>
      <p:sp>
        <p:nvSpPr>
          <p:cNvPr id="6" name="Footer Placeholder 5">
            <a:extLst>
              <a:ext uri="{FF2B5EF4-FFF2-40B4-BE49-F238E27FC236}">
                <a16:creationId xmlns:a16="http://schemas.microsoft.com/office/drawing/2014/main" id="{78F06B8C-060C-4139-B354-239A56BB3422}"/>
              </a:ext>
            </a:extLst>
          </p:cNvPr>
          <p:cNvSpPr>
            <a:spLocks noGrp="1"/>
          </p:cNvSpPr>
          <p:nvPr>
            <p:ph type="ftr" sz="quarter" idx="11"/>
          </p:nvPr>
        </p:nvSpPr>
        <p:spPr/>
        <p:txBody>
          <a:bodyPr/>
          <a:lstStyle/>
          <a:p>
            <a:r>
              <a:rPr lang="en-US" dirty="0"/>
              <a:t>PITCH DECK</a:t>
            </a:r>
          </a:p>
        </p:txBody>
      </p:sp>
      <p:sp>
        <p:nvSpPr>
          <p:cNvPr id="7" name="Slide Number Placeholder 6">
            <a:extLst>
              <a:ext uri="{FF2B5EF4-FFF2-40B4-BE49-F238E27FC236}">
                <a16:creationId xmlns:a16="http://schemas.microsoft.com/office/drawing/2014/main" id="{957BE7C0-2680-40FD-88E4-27D6E7775DF3}"/>
              </a:ext>
            </a:extLst>
          </p:cNvPr>
          <p:cNvSpPr>
            <a:spLocks noGrp="1"/>
          </p:cNvSpPr>
          <p:nvPr>
            <p:ph type="sldNum" sz="quarter" idx="12"/>
          </p:nvPr>
        </p:nvSpPr>
        <p:spPr/>
        <p:txBody>
          <a:bodyPr/>
          <a:lstStyle/>
          <a:p>
            <a:fld id="{A402E4C0-AD5E-4E8C-9F21-7CCE474BDCEB}" type="slidenum">
              <a:rPr lang="en-US" smtClean="0"/>
              <a:t>‹#›</a:t>
            </a:fld>
            <a:endParaRPr lang="en-US" dirty="0"/>
          </a:p>
        </p:txBody>
      </p:sp>
      <p:sp>
        <p:nvSpPr>
          <p:cNvPr id="10" name="Text Placeholder 14">
            <a:extLst>
              <a:ext uri="{FF2B5EF4-FFF2-40B4-BE49-F238E27FC236}">
                <a16:creationId xmlns:a16="http://schemas.microsoft.com/office/drawing/2014/main" id="{01941F94-25C7-46EC-89FE-B12B54F77CFA}"/>
              </a:ext>
            </a:extLst>
          </p:cNvPr>
          <p:cNvSpPr>
            <a:spLocks noGrp="1"/>
          </p:cNvSpPr>
          <p:nvPr>
            <p:ph type="body" sz="quarter" idx="20" hasCustomPrompt="1"/>
          </p:nvPr>
        </p:nvSpPr>
        <p:spPr>
          <a:xfrm>
            <a:off x="816075" y="4076963"/>
            <a:ext cx="3035881" cy="1485635"/>
          </a:xfrm>
          <a:prstGeom prst="rect">
            <a:avLst/>
          </a:prstGeom>
        </p:spPr>
        <p:txBody>
          <a:bodyPr anchor="t"/>
          <a:lstStyle>
            <a:lvl1pPr marL="0" indent="0" algn="r">
              <a:lnSpc>
                <a:spcPct val="150000"/>
              </a:lnSpc>
              <a:spcBef>
                <a:spcPts val="0"/>
              </a:spcBef>
              <a:buClr>
                <a:schemeClr val="accent6"/>
              </a:buClr>
              <a:buFont typeface="Courier New" panose="02070309020205020404" pitchFamily="49" charset="0"/>
              <a:buNone/>
              <a:defRPr sz="1400" cap="none" spc="100" baseline="0">
                <a:solidFill>
                  <a:schemeClr val="bg1"/>
                </a:solidFill>
                <a:latin typeface="+mn-lt"/>
              </a:defRPr>
            </a:lvl1pPr>
          </a:lstStyle>
          <a:p>
            <a:pPr lvl="0"/>
            <a:r>
              <a:rPr lang="en-US"/>
              <a:t>Add text here</a:t>
            </a:r>
          </a:p>
        </p:txBody>
      </p:sp>
      <p:sp>
        <p:nvSpPr>
          <p:cNvPr id="11" name="Text Placeholder 10">
            <a:extLst>
              <a:ext uri="{FF2B5EF4-FFF2-40B4-BE49-F238E27FC236}">
                <a16:creationId xmlns:a16="http://schemas.microsoft.com/office/drawing/2014/main" id="{1DE2747E-A71B-4917-8960-56D4F927D8C5}"/>
              </a:ext>
            </a:extLst>
          </p:cNvPr>
          <p:cNvSpPr>
            <a:spLocks noGrp="1"/>
          </p:cNvSpPr>
          <p:nvPr>
            <p:ph type="body" sz="quarter" idx="14" hasCustomPrompt="1"/>
          </p:nvPr>
        </p:nvSpPr>
        <p:spPr>
          <a:xfrm>
            <a:off x="1201068" y="2806964"/>
            <a:ext cx="2693128" cy="991689"/>
          </a:xfrm>
          <a:prstGeom prst="rect">
            <a:avLst/>
          </a:prstGeom>
        </p:spPr>
        <p:txBody>
          <a:bodyPr anchor="b"/>
          <a:lstStyle>
            <a:lvl1pPr marL="0" indent="0" algn="r">
              <a:buNone/>
              <a:defRPr sz="4000" kern="0" cap="all" spc="400" baseline="0">
                <a:solidFill>
                  <a:schemeClr val="accent5"/>
                </a:solidFill>
                <a:latin typeface="+mj-lt"/>
              </a:defRPr>
            </a:lvl1pPr>
          </a:lstStyle>
          <a:p>
            <a:pPr lvl="0"/>
            <a:r>
              <a:rPr lang="en-US"/>
              <a:t>Add title</a:t>
            </a:r>
          </a:p>
        </p:txBody>
      </p:sp>
      <p:sp>
        <p:nvSpPr>
          <p:cNvPr id="12" name="Text Placeholder 14">
            <a:extLst>
              <a:ext uri="{FF2B5EF4-FFF2-40B4-BE49-F238E27FC236}">
                <a16:creationId xmlns:a16="http://schemas.microsoft.com/office/drawing/2014/main" id="{B3830FC7-44D5-48CD-AA84-4E262F2EB8C8}"/>
              </a:ext>
            </a:extLst>
          </p:cNvPr>
          <p:cNvSpPr>
            <a:spLocks noGrp="1"/>
          </p:cNvSpPr>
          <p:nvPr>
            <p:ph type="body" sz="quarter" idx="21" hasCustomPrompt="1"/>
          </p:nvPr>
        </p:nvSpPr>
        <p:spPr>
          <a:xfrm>
            <a:off x="4689632" y="4076963"/>
            <a:ext cx="3035880" cy="1485635"/>
          </a:xfrm>
          <a:prstGeom prst="rect">
            <a:avLst/>
          </a:prstGeom>
        </p:spPr>
        <p:txBody>
          <a:bodyPr anchor="t"/>
          <a:lstStyle>
            <a:lvl1pPr marL="0" indent="0" algn="r">
              <a:lnSpc>
                <a:spcPct val="150000"/>
              </a:lnSpc>
              <a:spcBef>
                <a:spcPts val="0"/>
              </a:spcBef>
              <a:buClr>
                <a:schemeClr val="accent6"/>
              </a:buClr>
              <a:buFont typeface="Courier New" panose="02070309020205020404" pitchFamily="49" charset="0"/>
              <a:buNone/>
              <a:defRPr sz="1400" cap="none" spc="100" baseline="0">
                <a:solidFill>
                  <a:schemeClr val="bg1"/>
                </a:solidFill>
                <a:latin typeface="+mn-lt"/>
              </a:defRPr>
            </a:lvl1pPr>
          </a:lstStyle>
          <a:p>
            <a:pPr lvl="0"/>
            <a:r>
              <a:rPr lang="en-US"/>
              <a:t>Add text here</a:t>
            </a:r>
          </a:p>
        </p:txBody>
      </p:sp>
      <p:sp>
        <p:nvSpPr>
          <p:cNvPr id="13" name="Text Placeholder 14">
            <a:extLst>
              <a:ext uri="{FF2B5EF4-FFF2-40B4-BE49-F238E27FC236}">
                <a16:creationId xmlns:a16="http://schemas.microsoft.com/office/drawing/2014/main" id="{51F423C9-E1B4-4BD9-98A5-9397C32447D9}"/>
              </a:ext>
            </a:extLst>
          </p:cNvPr>
          <p:cNvSpPr>
            <a:spLocks noGrp="1"/>
          </p:cNvSpPr>
          <p:nvPr>
            <p:ph type="body" sz="quarter" idx="23" hasCustomPrompt="1"/>
          </p:nvPr>
        </p:nvSpPr>
        <p:spPr>
          <a:xfrm>
            <a:off x="8563187" y="4076963"/>
            <a:ext cx="3023761" cy="1485635"/>
          </a:xfrm>
          <a:prstGeom prst="rect">
            <a:avLst/>
          </a:prstGeom>
        </p:spPr>
        <p:txBody>
          <a:bodyPr anchor="t"/>
          <a:lstStyle>
            <a:lvl1pPr marL="0" indent="0" algn="r">
              <a:lnSpc>
                <a:spcPct val="150000"/>
              </a:lnSpc>
              <a:spcBef>
                <a:spcPts val="0"/>
              </a:spcBef>
              <a:buClr>
                <a:schemeClr val="accent6"/>
              </a:buClr>
              <a:buFont typeface="Courier New" panose="02070309020205020404" pitchFamily="49" charset="0"/>
              <a:buNone/>
              <a:defRPr sz="1400" cap="none" spc="100" baseline="0">
                <a:solidFill>
                  <a:schemeClr val="bg1"/>
                </a:solidFill>
                <a:latin typeface="+mn-lt"/>
              </a:defRPr>
            </a:lvl1pPr>
          </a:lstStyle>
          <a:p>
            <a:pPr lvl="0"/>
            <a:r>
              <a:rPr lang="en-US"/>
              <a:t>Add text here</a:t>
            </a:r>
          </a:p>
        </p:txBody>
      </p:sp>
      <p:cxnSp>
        <p:nvCxnSpPr>
          <p:cNvPr id="14" name="Straight Connector 13">
            <a:extLst>
              <a:ext uri="{FF2B5EF4-FFF2-40B4-BE49-F238E27FC236}">
                <a16:creationId xmlns:a16="http://schemas.microsoft.com/office/drawing/2014/main" id="{A0DF3CDE-1C08-4B0C-8DC3-9FCBBD3E61D4}"/>
              </a:ext>
            </a:extLst>
          </p:cNvPr>
          <p:cNvCxnSpPr>
            <a:cxnSpLocks/>
          </p:cNvCxnSpPr>
          <p:nvPr userDrawn="1"/>
        </p:nvCxnSpPr>
        <p:spPr>
          <a:xfrm>
            <a:off x="832513" y="3939883"/>
            <a:ext cx="2903678"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5" name="Text Placeholder 10">
            <a:extLst>
              <a:ext uri="{FF2B5EF4-FFF2-40B4-BE49-F238E27FC236}">
                <a16:creationId xmlns:a16="http://schemas.microsoft.com/office/drawing/2014/main" id="{C026C956-C6C4-4010-889F-B8D762036464}"/>
              </a:ext>
            </a:extLst>
          </p:cNvPr>
          <p:cNvSpPr>
            <a:spLocks noGrp="1"/>
          </p:cNvSpPr>
          <p:nvPr>
            <p:ph type="body" sz="quarter" idx="24" hasCustomPrompt="1"/>
          </p:nvPr>
        </p:nvSpPr>
        <p:spPr>
          <a:xfrm>
            <a:off x="5073324" y="2806964"/>
            <a:ext cx="2693128" cy="991689"/>
          </a:xfrm>
          <a:prstGeom prst="rect">
            <a:avLst/>
          </a:prstGeom>
        </p:spPr>
        <p:txBody>
          <a:bodyPr anchor="b"/>
          <a:lstStyle>
            <a:lvl1pPr marL="0" indent="0" algn="r">
              <a:buNone/>
              <a:defRPr sz="4000" kern="0" cap="all" spc="400" baseline="0">
                <a:solidFill>
                  <a:schemeClr val="accent5"/>
                </a:solidFill>
                <a:latin typeface="+mj-lt"/>
              </a:defRPr>
            </a:lvl1pPr>
          </a:lstStyle>
          <a:p>
            <a:pPr lvl="0"/>
            <a:r>
              <a:rPr lang="en-US"/>
              <a:t>Add title</a:t>
            </a:r>
          </a:p>
        </p:txBody>
      </p:sp>
      <p:sp>
        <p:nvSpPr>
          <p:cNvPr id="16" name="Text Placeholder 10">
            <a:extLst>
              <a:ext uri="{FF2B5EF4-FFF2-40B4-BE49-F238E27FC236}">
                <a16:creationId xmlns:a16="http://schemas.microsoft.com/office/drawing/2014/main" id="{A4D363AD-B16F-46C4-9856-EA9EAC699EF7}"/>
              </a:ext>
            </a:extLst>
          </p:cNvPr>
          <p:cNvSpPr>
            <a:spLocks noGrp="1"/>
          </p:cNvSpPr>
          <p:nvPr>
            <p:ph type="body" sz="quarter" idx="25" hasCustomPrompt="1"/>
          </p:nvPr>
        </p:nvSpPr>
        <p:spPr>
          <a:xfrm>
            <a:off x="8940173" y="2806964"/>
            <a:ext cx="2693128" cy="991689"/>
          </a:xfrm>
          <a:prstGeom prst="rect">
            <a:avLst/>
          </a:prstGeom>
        </p:spPr>
        <p:txBody>
          <a:bodyPr anchor="b"/>
          <a:lstStyle>
            <a:lvl1pPr marL="0" indent="0" algn="r">
              <a:buNone/>
              <a:defRPr sz="4000" kern="0" cap="all" spc="400" baseline="0">
                <a:solidFill>
                  <a:schemeClr val="accent5"/>
                </a:solidFill>
                <a:latin typeface="+mj-lt"/>
              </a:defRPr>
            </a:lvl1pPr>
          </a:lstStyle>
          <a:p>
            <a:pPr lvl="0"/>
            <a:r>
              <a:rPr lang="en-US" dirty="0"/>
              <a:t>Add title</a:t>
            </a:r>
          </a:p>
        </p:txBody>
      </p:sp>
      <p:cxnSp>
        <p:nvCxnSpPr>
          <p:cNvPr id="26" name="Straight Connector 25">
            <a:extLst>
              <a:ext uri="{FF2B5EF4-FFF2-40B4-BE49-F238E27FC236}">
                <a16:creationId xmlns:a16="http://schemas.microsoft.com/office/drawing/2014/main" id="{D6E9BAEE-70B0-4F15-B6B7-D5AE0227618F}"/>
              </a:ext>
            </a:extLst>
          </p:cNvPr>
          <p:cNvCxnSpPr>
            <a:cxnSpLocks/>
          </p:cNvCxnSpPr>
          <p:nvPr userDrawn="1"/>
        </p:nvCxnSpPr>
        <p:spPr>
          <a:xfrm>
            <a:off x="4699359" y="3939883"/>
            <a:ext cx="2903678"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F0848BB-EF65-4D43-AC18-9C4F4749CA6D}"/>
              </a:ext>
            </a:extLst>
          </p:cNvPr>
          <p:cNvCxnSpPr>
            <a:cxnSpLocks/>
          </p:cNvCxnSpPr>
          <p:nvPr userDrawn="1"/>
        </p:nvCxnSpPr>
        <p:spPr>
          <a:xfrm>
            <a:off x="8566207" y="3939883"/>
            <a:ext cx="2903678"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C7CA7F01-3F2D-4396-A7D4-3D21C56D7FCC}"/>
              </a:ext>
            </a:extLst>
          </p:cNvPr>
          <p:cNvSpPr>
            <a:spLocks noGrp="1"/>
          </p:cNvSpPr>
          <p:nvPr>
            <p:ph type="title" hasCustomPrompt="1"/>
          </p:nvPr>
        </p:nvSpPr>
        <p:spPr>
          <a:xfrm>
            <a:off x="729016" y="1643321"/>
            <a:ext cx="4856634" cy="466344"/>
          </a:xfrm>
        </p:spPr>
        <p:txBody>
          <a:bodyPr>
            <a:noAutofit/>
          </a:bodyPr>
          <a:lstStyle>
            <a:lvl1pPr>
              <a:lnSpc>
                <a:spcPct val="100000"/>
              </a:lnSpc>
              <a:defRPr sz="2800">
                <a:ln w="19050">
                  <a:solidFill>
                    <a:schemeClr val="accent5"/>
                  </a:solidFill>
                </a:ln>
              </a:defRPr>
            </a:lvl1pPr>
          </a:lstStyle>
          <a:p>
            <a:r>
              <a:rPr lang="en-US" dirty="0"/>
              <a:t>Click to add title</a:t>
            </a:r>
          </a:p>
        </p:txBody>
      </p:sp>
    </p:spTree>
    <p:extLst>
      <p:ext uri="{BB962C8B-B14F-4D97-AF65-F5344CB8AC3E}">
        <p14:creationId xmlns:p14="http://schemas.microsoft.com/office/powerpoint/2010/main" val="3161537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raction">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3D91600-3E99-42F4-85C2-60F442CD5E7C}"/>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22" name="Content Placeholder 8">
            <a:extLst>
              <a:ext uri="{FF2B5EF4-FFF2-40B4-BE49-F238E27FC236}">
                <a16:creationId xmlns:a16="http://schemas.microsoft.com/office/drawing/2014/main" id="{30B4BBA3-2E4B-4AF2-8A2B-92DD019631E8}"/>
              </a:ext>
            </a:extLst>
          </p:cNvPr>
          <p:cNvSpPr>
            <a:spLocks noGrp="1"/>
          </p:cNvSpPr>
          <p:nvPr>
            <p:ph sz="quarter" idx="39"/>
          </p:nvPr>
        </p:nvSpPr>
        <p:spPr>
          <a:xfrm>
            <a:off x="6266428" y="2782888"/>
            <a:ext cx="4992567" cy="343693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14">
            <a:extLst>
              <a:ext uri="{FF2B5EF4-FFF2-40B4-BE49-F238E27FC236}">
                <a16:creationId xmlns:a16="http://schemas.microsoft.com/office/drawing/2014/main" id="{44460CAC-F6F8-43F8-93F5-188B790DEE63}"/>
              </a:ext>
            </a:extLst>
          </p:cNvPr>
          <p:cNvSpPr>
            <a:spLocks noGrp="1"/>
          </p:cNvSpPr>
          <p:nvPr>
            <p:ph type="body" sz="quarter" idx="19" hasCustomPrompt="1"/>
          </p:nvPr>
        </p:nvSpPr>
        <p:spPr>
          <a:xfrm>
            <a:off x="2452699" y="1592681"/>
            <a:ext cx="7306060" cy="393427"/>
          </a:xfrm>
          <a:prstGeom prst="rect">
            <a:avLst/>
          </a:prstGeom>
        </p:spPr>
        <p:txBody>
          <a:bodyPr>
            <a:normAutofit/>
          </a:bodyPr>
          <a:lstStyle>
            <a:lvl1pPr marL="0" indent="0" algn="ctr">
              <a:buNone/>
              <a:defRPr sz="1800" cap="none" spc="200" baseline="0">
                <a:solidFill>
                  <a:schemeClr val="bg1"/>
                </a:solidFill>
                <a:latin typeface="Posterama" panose="020B0504020200020000" pitchFamily="34" charset="0"/>
                <a:cs typeface="Posterama" panose="020B0504020200020000" pitchFamily="34" charset="0"/>
              </a:defRPr>
            </a:lvl1pPr>
          </a:lstStyle>
          <a:p>
            <a:pPr lvl="0"/>
            <a:r>
              <a:rPr lang="en-US"/>
              <a:t>Add subtitle</a:t>
            </a:r>
          </a:p>
        </p:txBody>
      </p:sp>
      <p:sp>
        <p:nvSpPr>
          <p:cNvPr id="3" name="Date Placeholder 2">
            <a:extLst>
              <a:ext uri="{FF2B5EF4-FFF2-40B4-BE49-F238E27FC236}">
                <a16:creationId xmlns:a16="http://schemas.microsoft.com/office/drawing/2014/main" id="{6968D310-58F4-4A10-A286-9B42AECFDD18}"/>
              </a:ext>
            </a:extLst>
          </p:cNvPr>
          <p:cNvSpPr>
            <a:spLocks noGrp="1"/>
          </p:cNvSpPr>
          <p:nvPr>
            <p:ph type="dt" sz="half" idx="10"/>
          </p:nvPr>
        </p:nvSpPr>
        <p:spPr/>
        <p:txBody>
          <a:bodyPr/>
          <a:lstStyle/>
          <a:p>
            <a:r>
              <a:rPr lang="en-US" dirty="0"/>
              <a:t>8/06/20XX</a:t>
            </a:r>
          </a:p>
        </p:txBody>
      </p:sp>
      <p:sp>
        <p:nvSpPr>
          <p:cNvPr id="4" name="Footer Placeholder 3">
            <a:extLst>
              <a:ext uri="{FF2B5EF4-FFF2-40B4-BE49-F238E27FC236}">
                <a16:creationId xmlns:a16="http://schemas.microsoft.com/office/drawing/2014/main" id="{6C868E10-EEA7-4017-B7CA-17B5EB23C4EC}"/>
              </a:ext>
            </a:extLst>
          </p:cNvPr>
          <p:cNvSpPr>
            <a:spLocks noGrp="1"/>
          </p:cNvSpPr>
          <p:nvPr>
            <p:ph type="ftr" sz="quarter" idx="1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C2B014CA-8BED-467C-AC80-6DC5B3DDC405}"/>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78" name="Text Placeholder 14">
            <a:extLst>
              <a:ext uri="{FF2B5EF4-FFF2-40B4-BE49-F238E27FC236}">
                <a16:creationId xmlns:a16="http://schemas.microsoft.com/office/drawing/2014/main" id="{2C4E099A-EEE4-40B4-B9B5-32A5A981F951}"/>
              </a:ext>
            </a:extLst>
          </p:cNvPr>
          <p:cNvSpPr>
            <a:spLocks noGrp="1"/>
          </p:cNvSpPr>
          <p:nvPr>
            <p:ph type="body" sz="quarter" idx="36" hasCustomPrompt="1"/>
          </p:nvPr>
        </p:nvSpPr>
        <p:spPr>
          <a:xfrm>
            <a:off x="905410" y="2333977"/>
            <a:ext cx="5007023" cy="448769"/>
          </a:xfrm>
          <a:prstGeom prst="rect">
            <a:avLst/>
          </a:prstGeom>
        </p:spPr>
        <p:txBody>
          <a:bodyPr/>
          <a:lstStyle>
            <a:lvl1pPr marL="0" indent="0" algn="ctr">
              <a:buNone/>
              <a:defRPr sz="1600" cap="all" spc="200" baseline="0">
                <a:solidFill>
                  <a:schemeClr val="accent6"/>
                </a:solidFill>
                <a:latin typeface="+mj-lt"/>
                <a:cs typeface="Posterama" panose="020B0504020200020000" pitchFamily="34" charset="0"/>
              </a:defRPr>
            </a:lvl1pPr>
          </a:lstStyle>
          <a:p>
            <a:pPr lvl="0"/>
            <a:r>
              <a:rPr lang="en-US"/>
              <a:t>Click to add title</a:t>
            </a:r>
          </a:p>
        </p:txBody>
      </p:sp>
      <p:sp>
        <p:nvSpPr>
          <p:cNvPr id="79" name="Text Placeholder 14">
            <a:extLst>
              <a:ext uri="{FF2B5EF4-FFF2-40B4-BE49-F238E27FC236}">
                <a16:creationId xmlns:a16="http://schemas.microsoft.com/office/drawing/2014/main" id="{51338F1A-6EF2-4AA5-9EE8-628C9D57C270}"/>
              </a:ext>
            </a:extLst>
          </p:cNvPr>
          <p:cNvSpPr>
            <a:spLocks noGrp="1"/>
          </p:cNvSpPr>
          <p:nvPr>
            <p:ph type="body" sz="quarter" idx="37" hasCustomPrompt="1"/>
          </p:nvPr>
        </p:nvSpPr>
        <p:spPr>
          <a:xfrm>
            <a:off x="6279569" y="2339781"/>
            <a:ext cx="4993148" cy="448769"/>
          </a:xfrm>
          <a:prstGeom prst="rect">
            <a:avLst/>
          </a:prstGeom>
        </p:spPr>
        <p:txBody>
          <a:bodyPr/>
          <a:lstStyle>
            <a:lvl1pPr marL="0" indent="0" algn="ctr">
              <a:buNone/>
              <a:defRPr sz="1600" cap="all" spc="200" baseline="0">
                <a:solidFill>
                  <a:schemeClr val="accent6"/>
                </a:solidFill>
                <a:latin typeface="+mj-lt"/>
                <a:cs typeface="Posterama" panose="020B0504020200020000" pitchFamily="34" charset="0"/>
              </a:defRPr>
            </a:lvl1pPr>
          </a:lstStyle>
          <a:p>
            <a:pPr lvl="0"/>
            <a:r>
              <a:rPr lang="en-US"/>
              <a:t>Click to add title</a:t>
            </a:r>
          </a:p>
        </p:txBody>
      </p:sp>
      <p:sp>
        <p:nvSpPr>
          <p:cNvPr id="19" name="Title 1">
            <a:extLst>
              <a:ext uri="{FF2B5EF4-FFF2-40B4-BE49-F238E27FC236}">
                <a16:creationId xmlns:a16="http://schemas.microsoft.com/office/drawing/2014/main" id="{DF744EAD-73E9-49F3-9CA4-9A344EB625D9}"/>
              </a:ext>
            </a:extLst>
          </p:cNvPr>
          <p:cNvSpPr>
            <a:spLocks noGrp="1"/>
          </p:cNvSpPr>
          <p:nvPr>
            <p:ph type="title" hasCustomPrompt="1"/>
          </p:nvPr>
        </p:nvSpPr>
        <p:spPr>
          <a:xfrm>
            <a:off x="2451534" y="989042"/>
            <a:ext cx="7287768" cy="630936"/>
          </a:xfrm>
        </p:spPr>
        <p:txBody>
          <a:bodyPr anchor="t">
            <a:noAutofit/>
          </a:bodyPr>
          <a:lstStyle>
            <a:lvl1pPr algn="ctr">
              <a:lnSpc>
                <a:spcPct val="125000"/>
              </a:lnSpc>
              <a:defRPr sz="2800">
                <a:ln w="19050">
                  <a:solidFill>
                    <a:schemeClr val="bg1"/>
                  </a:solidFill>
                </a:ln>
              </a:defRPr>
            </a:lvl1pPr>
          </a:lstStyle>
          <a:p>
            <a:r>
              <a:rPr lang="en-US" dirty="0"/>
              <a:t>Click to add title</a:t>
            </a:r>
          </a:p>
        </p:txBody>
      </p:sp>
      <p:sp>
        <p:nvSpPr>
          <p:cNvPr id="9" name="Content Placeholder 8">
            <a:extLst>
              <a:ext uri="{FF2B5EF4-FFF2-40B4-BE49-F238E27FC236}">
                <a16:creationId xmlns:a16="http://schemas.microsoft.com/office/drawing/2014/main" id="{ACB4710E-545B-4940-B69A-359188335AD3}"/>
              </a:ext>
            </a:extLst>
          </p:cNvPr>
          <p:cNvSpPr>
            <a:spLocks noGrp="1"/>
          </p:cNvSpPr>
          <p:nvPr>
            <p:ph sz="quarter" idx="38"/>
          </p:nvPr>
        </p:nvSpPr>
        <p:spPr>
          <a:xfrm>
            <a:off x="919283" y="2782888"/>
            <a:ext cx="4992567" cy="3436937"/>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557398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Our Competition">
    <p:bg>
      <p:bgPr>
        <a:solidFill>
          <a:schemeClr val="bg2">
            <a:lumMod val="10000"/>
          </a:schemeClr>
        </a:solidFill>
        <a:effectLst/>
      </p:bgPr>
    </p:bg>
    <p:spTree>
      <p:nvGrpSpPr>
        <p:cNvPr id="1" name=""/>
        <p:cNvGrpSpPr/>
        <p:nvPr/>
      </p:nvGrpSpPr>
      <p:grpSpPr>
        <a:xfrm>
          <a:off x="0" y="0"/>
          <a:ext cx="0" cy="0"/>
          <a:chOff x="0" y="0"/>
          <a:chExt cx="0" cy="0"/>
        </a:xfrm>
      </p:grpSpPr>
      <p:sp>
        <p:nvSpPr>
          <p:cNvPr id="21" name="Picture Placeholder 7">
            <a:extLst>
              <a:ext uri="{FF2B5EF4-FFF2-40B4-BE49-F238E27FC236}">
                <a16:creationId xmlns:a16="http://schemas.microsoft.com/office/drawing/2014/main" id="{9216DCA9-E871-422D-B12D-3E1C39ACD2ED}"/>
              </a:ext>
            </a:extLst>
          </p:cNvPr>
          <p:cNvSpPr>
            <a:spLocks noGrp="1"/>
          </p:cNvSpPr>
          <p:nvPr>
            <p:ph type="pic" sz="quarter" idx="28" hasCustomPrompt="1"/>
          </p:nvPr>
        </p:nvSpPr>
        <p:spPr>
          <a:xfrm rot="5400000" flipH="1">
            <a:off x="-2092961" y="2092960"/>
            <a:ext cx="6858002" cy="2672081"/>
          </a:xfrm>
        </p:spPr>
        <p:txBody>
          <a:bodyPr/>
          <a:lstStyle>
            <a:lvl1pPr marL="0" indent="0" algn="ctr">
              <a:buNone/>
              <a:defRPr>
                <a:solidFill>
                  <a:schemeClr val="bg1"/>
                </a:solidFill>
              </a:defRPr>
            </a:lvl1pPr>
          </a:lstStyle>
          <a:p>
            <a:r>
              <a:rPr lang="en-US" dirty="0"/>
              <a:t>Click to add photo</a:t>
            </a:r>
          </a:p>
        </p:txBody>
      </p:sp>
      <p:sp>
        <p:nvSpPr>
          <p:cNvPr id="4" name="Date Placeholder 3">
            <a:extLst>
              <a:ext uri="{FF2B5EF4-FFF2-40B4-BE49-F238E27FC236}">
                <a16:creationId xmlns:a16="http://schemas.microsoft.com/office/drawing/2014/main" id="{56754628-3BB3-414A-88E4-67B3809A62CD}"/>
              </a:ext>
            </a:extLst>
          </p:cNvPr>
          <p:cNvSpPr>
            <a:spLocks noGrp="1"/>
          </p:cNvSpPr>
          <p:nvPr>
            <p:ph type="dt" sz="half" idx="10"/>
          </p:nvPr>
        </p:nvSpPr>
        <p:spPr/>
        <p:txBody>
          <a:bodyPr/>
          <a:lstStyle/>
          <a:p>
            <a:r>
              <a:rPr lang="en-US" dirty="0"/>
              <a:t>8/06/20XX</a:t>
            </a:r>
          </a:p>
        </p:txBody>
      </p:sp>
      <p:sp>
        <p:nvSpPr>
          <p:cNvPr id="5" name="Footer Placeholder 4">
            <a:extLst>
              <a:ext uri="{FF2B5EF4-FFF2-40B4-BE49-F238E27FC236}">
                <a16:creationId xmlns:a16="http://schemas.microsoft.com/office/drawing/2014/main" id="{33D99CEA-3489-476A-9C9D-ED977FE6EA33}"/>
              </a:ext>
            </a:extLst>
          </p:cNvPr>
          <p:cNvSpPr>
            <a:spLocks noGrp="1"/>
          </p:cNvSpPr>
          <p:nvPr>
            <p:ph type="ftr" sz="quarter" idx="11"/>
          </p:nvPr>
        </p:nvSpPr>
        <p:spPr/>
        <p:txBody>
          <a:bodyPr/>
          <a:lstStyle/>
          <a:p>
            <a:r>
              <a:rPr lang="en-US" dirty="0"/>
              <a:t>PITCH DECK</a:t>
            </a:r>
          </a:p>
        </p:txBody>
      </p:sp>
      <p:sp>
        <p:nvSpPr>
          <p:cNvPr id="6" name="Slide Number Placeholder 5">
            <a:extLst>
              <a:ext uri="{FF2B5EF4-FFF2-40B4-BE49-F238E27FC236}">
                <a16:creationId xmlns:a16="http://schemas.microsoft.com/office/drawing/2014/main" id="{1DCD55B0-9BDF-49CC-B30F-96112214E7A5}"/>
              </a:ext>
            </a:extLst>
          </p:cNvPr>
          <p:cNvSpPr>
            <a:spLocks noGrp="1"/>
          </p:cNvSpPr>
          <p:nvPr>
            <p:ph type="sldNum" sz="quarter" idx="12"/>
          </p:nvPr>
        </p:nvSpPr>
        <p:spPr/>
        <p:txBody>
          <a:bodyPr/>
          <a:lstStyle/>
          <a:p>
            <a:fld id="{A402E4C0-AD5E-4E8C-9F21-7CCE474BDCEB}" type="slidenum">
              <a:rPr lang="en-US" smtClean="0"/>
              <a:t>‹#›</a:t>
            </a:fld>
            <a:endParaRPr lang="en-US" dirty="0"/>
          </a:p>
        </p:txBody>
      </p:sp>
      <p:sp>
        <p:nvSpPr>
          <p:cNvPr id="17" name="Text Placeholder 10">
            <a:extLst>
              <a:ext uri="{FF2B5EF4-FFF2-40B4-BE49-F238E27FC236}">
                <a16:creationId xmlns:a16="http://schemas.microsoft.com/office/drawing/2014/main" id="{F9CF3D99-4BB8-4944-A82E-385209DF3D61}"/>
              </a:ext>
            </a:extLst>
          </p:cNvPr>
          <p:cNvSpPr>
            <a:spLocks noGrp="1"/>
          </p:cNvSpPr>
          <p:nvPr>
            <p:ph type="body" sz="quarter" idx="27" hasCustomPrompt="1"/>
          </p:nvPr>
        </p:nvSpPr>
        <p:spPr>
          <a:xfrm>
            <a:off x="2811826" y="2881982"/>
            <a:ext cx="3975054" cy="2966740"/>
          </a:xfrm>
          <a:prstGeom prst="rect">
            <a:avLst/>
          </a:prstGeom>
        </p:spPr>
        <p:txBody>
          <a:bodyPr anchor="t">
            <a:normAutofit/>
          </a:bodyPr>
          <a:lstStyle>
            <a:lvl1pPr marL="0" indent="0" algn="l">
              <a:lnSpc>
                <a:spcPct val="125000"/>
              </a:lnSpc>
              <a:spcBef>
                <a:spcPts val="1000"/>
              </a:spcBef>
              <a:buNone/>
              <a:defRPr sz="1400" cap="none" spc="100" baseline="0">
                <a:solidFill>
                  <a:schemeClr val="bg1"/>
                </a:solidFill>
                <a:latin typeface="+mn-lt"/>
              </a:defRPr>
            </a:lvl1pPr>
          </a:lstStyle>
          <a:p>
            <a:pPr lvl="0"/>
            <a:r>
              <a:rPr lang="en-US"/>
              <a:t>Click to add text</a:t>
            </a:r>
          </a:p>
        </p:txBody>
      </p:sp>
      <p:sp>
        <p:nvSpPr>
          <p:cNvPr id="18" name="Text Placeholder 10">
            <a:extLst>
              <a:ext uri="{FF2B5EF4-FFF2-40B4-BE49-F238E27FC236}">
                <a16:creationId xmlns:a16="http://schemas.microsoft.com/office/drawing/2014/main" id="{083CED13-2FB7-4DA4-87BD-B5AEF0C63104}"/>
              </a:ext>
            </a:extLst>
          </p:cNvPr>
          <p:cNvSpPr>
            <a:spLocks noGrp="1"/>
          </p:cNvSpPr>
          <p:nvPr>
            <p:ph type="body" sz="quarter" idx="16" hasCustomPrompt="1"/>
          </p:nvPr>
        </p:nvSpPr>
        <p:spPr>
          <a:xfrm>
            <a:off x="2811826" y="2502477"/>
            <a:ext cx="3975054" cy="426393"/>
          </a:xfrm>
          <a:prstGeom prst="rect">
            <a:avLst/>
          </a:prstGeom>
        </p:spPr>
        <p:txBody>
          <a:bodyPr anchor="b">
            <a:normAutofit/>
          </a:bodyPr>
          <a:lstStyle>
            <a:lvl1pPr marL="0" indent="0" algn="l">
              <a:buNone/>
              <a:defRPr sz="1600" cap="all" spc="100" baseline="0">
                <a:solidFill>
                  <a:schemeClr val="accent6"/>
                </a:solidFill>
                <a:latin typeface="+mj-lt"/>
              </a:defRPr>
            </a:lvl1pPr>
          </a:lstStyle>
          <a:p>
            <a:pPr lvl="0"/>
            <a:r>
              <a:rPr lang="en-US"/>
              <a:t>Click to add subtitle</a:t>
            </a:r>
          </a:p>
        </p:txBody>
      </p:sp>
      <p:sp>
        <p:nvSpPr>
          <p:cNvPr id="19" name="Text Placeholder 10">
            <a:extLst>
              <a:ext uri="{FF2B5EF4-FFF2-40B4-BE49-F238E27FC236}">
                <a16:creationId xmlns:a16="http://schemas.microsoft.com/office/drawing/2014/main" id="{D240762F-003B-4B0E-A561-6734EA9AC853}"/>
              </a:ext>
            </a:extLst>
          </p:cNvPr>
          <p:cNvSpPr>
            <a:spLocks noGrp="1"/>
          </p:cNvSpPr>
          <p:nvPr>
            <p:ph type="body" sz="quarter" idx="17" hasCustomPrompt="1"/>
          </p:nvPr>
        </p:nvSpPr>
        <p:spPr>
          <a:xfrm>
            <a:off x="7378746" y="2881982"/>
            <a:ext cx="3695653" cy="2966740"/>
          </a:xfrm>
          <a:prstGeom prst="rect">
            <a:avLst/>
          </a:prstGeom>
        </p:spPr>
        <p:txBody>
          <a:bodyPr anchor="t">
            <a:normAutofit/>
          </a:bodyPr>
          <a:lstStyle>
            <a:lvl1pPr marL="0" indent="0" algn="l">
              <a:lnSpc>
                <a:spcPct val="125000"/>
              </a:lnSpc>
              <a:spcBef>
                <a:spcPts val="1000"/>
              </a:spcBef>
              <a:buNone/>
              <a:defRPr sz="1400" cap="none" spc="100" baseline="0">
                <a:solidFill>
                  <a:schemeClr val="bg1"/>
                </a:solidFill>
                <a:latin typeface="+mn-lt"/>
              </a:defRPr>
            </a:lvl1pPr>
          </a:lstStyle>
          <a:p>
            <a:pPr lvl="0"/>
            <a:r>
              <a:rPr lang="en-US"/>
              <a:t>Click to add text</a:t>
            </a:r>
          </a:p>
        </p:txBody>
      </p:sp>
      <p:sp>
        <p:nvSpPr>
          <p:cNvPr id="20" name="Text Placeholder 10">
            <a:extLst>
              <a:ext uri="{FF2B5EF4-FFF2-40B4-BE49-F238E27FC236}">
                <a16:creationId xmlns:a16="http://schemas.microsoft.com/office/drawing/2014/main" id="{387E9583-831E-4863-9A96-3E583A98F28D}"/>
              </a:ext>
            </a:extLst>
          </p:cNvPr>
          <p:cNvSpPr>
            <a:spLocks noGrp="1"/>
          </p:cNvSpPr>
          <p:nvPr>
            <p:ph type="body" sz="quarter" idx="18" hasCustomPrompt="1"/>
          </p:nvPr>
        </p:nvSpPr>
        <p:spPr>
          <a:xfrm>
            <a:off x="7378746" y="2502477"/>
            <a:ext cx="3695653" cy="426393"/>
          </a:xfrm>
          <a:prstGeom prst="rect">
            <a:avLst/>
          </a:prstGeom>
        </p:spPr>
        <p:txBody>
          <a:bodyPr anchor="b">
            <a:normAutofit/>
          </a:bodyPr>
          <a:lstStyle>
            <a:lvl1pPr marL="0" indent="0" algn="l">
              <a:buNone/>
              <a:defRPr sz="1600" cap="all" spc="100" baseline="0">
                <a:solidFill>
                  <a:schemeClr val="accent6"/>
                </a:solidFill>
                <a:latin typeface="+mj-lt"/>
              </a:defRPr>
            </a:lvl1pPr>
          </a:lstStyle>
          <a:p>
            <a:pPr lvl="0"/>
            <a:r>
              <a:rPr lang="en-US"/>
              <a:t>Click to add subtitle</a:t>
            </a:r>
          </a:p>
        </p:txBody>
      </p:sp>
      <p:sp>
        <p:nvSpPr>
          <p:cNvPr id="2" name="Title 1">
            <a:extLst>
              <a:ext uri="{FF2B5EF4-FFF2-40B4-BE49-F238E27FC236}">
                <a16:creationId xmlns:a16="http://schemas.microsoft.com/office/drawing/2014/main" id="{E96F4071-8FD4-4FF1-BA06-DD4D780FE455}"/>
              </a:ext>
            </a:extLst>
          </p:cNvPr>
          <p:cNvSpPr>
            <a:spLocks noGrp="1"/>
          </p:cNvSpPr>
          <p:nvPr>
            <p:ph type="title" hasCustomPrompt="1"/>
          </p:nvPr>
        </p:nvSpPr>
        <p:spPr>
          <a:xfrm>
            <a:off x="2796032" y="1649421"/>
            <a:ext cx="5184648" cy="466344"/>
          </a:xfrm>
        </p:spPr>
        <p:txBody>
          <a:bodyPr>
            <a:noAutofit/>
          </a:bodyPr>
          <a:lstStyle>
            <a:lvl1pPr>
              <a:lnSpc>
                <a:spcPct val="100000"/>
              </a:lnSpc>
              <a:defRPr sz="2800">
                <a:ln w="19050">
                  <a:solidFill>
                    <a:schemeClr val="accent6"/>
                  </a:solidFill>
                </a:ln>
              </a:defRPr>
            </a:lvl1pPr>
          </a:lstStyle>
          <a:p>
            <a:r>
              <a:rPr lang="en-US" dirty="0"/>
              <a:t>Click to add title</a:t>
            </a:r>
          </a:p>
        </p:txBody>
      </p:sp>
    </p:spTree>
    <p:extLst>
      <p:ext uri="{BB962C8B-B14F-4D97-AF65-F5344CB8AC3E}">
        <p14:creationId xmlns:p14="http://schemas.microsoft.com/office/powerpoint/2010/main" val="5488383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Our Competition v2">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954AA95-575B-4060-9443-53B347664494}"/>
              </a:ext>
            </a:extLst>
          </p:cNvPr>
          <p:cNvPicPr>
            <a:picLocks noChangeAspect="1"/>
          </p:cNvPicPr>
          <p:nvPr userDrawn="1"/>
        </p:nvPicPr>
        <p:blipFill>
          <a:blip r:embed="rId2"/>
          <a:stretch>
            <a:fillRect/>
          </a:stretch>
        </p:blipFill>
        <p:spPr>
          <a:xfrm>
            <a:off x="1690" y="0"/>
            <a:ext cx="12188620" cy="6858000"/>
          </a:xfrm>
          <a:prstGeom prst="rect">
            <a:avLst/>
          </a:prstGeom>
        </p:spPr>
      </p:pic>
      <p:sp>
        <p:nvSpPr>
          <p:cNvPr id="22" name="Rectangle 21">
            <a:extLst>
              <a:ext uri="{FF2B5EF4-FFF2-40B4-BE49-F238E27FC236}">
                <a16:creationId xmlns:a16="http://schemas.microsoft.com/office/drawing/2014/main" id="{38BF2BB6-8F62-424E-B01D-F90A0DB7BFBB}"/>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2">
              <a:lumMod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2">
            <a:extLst>
              <a:ext uri="{FF2B5EF4-FFF2-40B4-BE49-F238E27FC236}">
                <a16:creationId xmlns:a16="http://schemas.microsoft.com/office/drawing/2014/main" id="{5822AF5C-69BC-4A87-8E5C-E473F6A73EEF}"/>
              </a:ext>
            </a:extLst>
          </p:cNvPr>
          <p:cNvSpPr>
            <a:spLocks noGrp="1"/>
          </p:cNvSpPr>
          <p:nvPr>
            <p:ph type="dt" sz="half" idx="10"/>
          </p:nvPr>
        </p:nvSpPr>
        <p:spPr/>
        <p:txBody>
          <a:bodyPr/>
          <a:lstStyle/>
          <a:p>
            <a:r>
              <a:rPr lang="en-US" dirty="0"/>
              <a:t>8/06/20XX</a:t>
            </a:r>
          </a:p>
        </p:txBody>
      </p:sp>
      <p:sp>
        <p:nvSpPr>
          <p:cNvPr id="4" name="Footer Placeholder 3">
            <a:extLst>
              <a:ext uri="{FF2B5EF4-FFF2-40B4-BE49-F238E27FC236}">
                <a16:creationId xmlns:a16="http://schemas.microsoft.com/office/drawing/2014/main" id="{246AD827-24BF-4C7D-9F16-1E26E09A6006}"/>
              </a:ext>
            </a:extLst>
          </p:cNvPr>
          <p:cNvSpPr>
            <a:spLocks noGrp="1"/>
          </p:cNvSpPr>
          <p:nvPr>
            <p:ph type="ftr" sz="quarter" idx="1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CDBEEF33-0303-4BF6-8C9A-08DE4CB645AE}"/>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8" name="Text Placeholder 14">
            <a:extLst>
              <a:ext uri="{FF2B5EF4-FFF2-40B4-BE49-F238E27FC236}">
                <a16:creationId xmlns:a16="http://schemas.microsoft.com/office/drawing/2014/main" id="{CC14BDE6-5903-4EFC-B3C7-B7B219402DAF}"/>
              </a:ext>
            </a:extLst>
          </p:cNvPr>
          <p:cNvSpPr>
            <a:spLocks noGrp="1"/>
          </p:cNvSpPr>
          <p:nvPr>
            <p:ph type="body" sz="quarter" idx="15" hasCustomPrompt="1"/>
          </p:nvPr>
        </p:nvSpPr>
        <p:spPr>
          <a:xfrm>
            <a:off x="5237839" y="1538273"/>
            <a:ext cx="1706965" cy="492025"/>
          </a:xfrm>
          <a:prstGeom prst="rect">
            <a:avLst/>
          </a:prstGeom>
        </p:spPr>
        <p:txBody>
          <a:bodyPr anchor="ctr"/>
          <a:lstStyle>
            <a:lvl1pPr marL="0" indent="0" algn="ctr">
              <a:lnSpc>
                <a:spcPct val="100000"/>
              </a:lnSpc>
              <a:buNone/>
              <a:defRPr sz="1000" cap="all" spc="200" baseline="0">
                <a:solidFill>
                  <a:schemeClr val="accent5"/>
                </a:solidFill>
                <a:latin typeface="+mj-lt"/>
              </a:defRPr>
            </a:lvl1pPr>
          </a:lstStyle>
          <a:p>
            <a:pPr lvl="0"/>
            <a:r>
              <a:rPr lang="en-US"/>
              <a:t>Click to add name</a:t>
            </a:r>
          </a:p>
        </p:txBody>
      </p:sp>
      <p:sp>
        <p:nvSpPr>
          <p:cNvPr id="9" name="Text Placeholder 14">
            <a:extLst>
              <a:ext uri="{FF2B5EF4-FFF2-40B4-BE49-F238E27FC236}">
                <a16:creationId xmlns:a16="http://schemas.microsoft.com/office/drawing/2014/main" id="{E19954FA-533A-4FF9-88B2-102C833FBD40}"/>
              </a:ext>
            </a:extLst>
          </p:cNvPr>
          <p:cNvSpPr>
            <a:spLocks noGrp="1"/>
          </p:cNvSpPr>
          <p:nvPr>
            <p:ph type="body" sz="quarter" idx="17" hasCustomPrompt="1"/>
          </p:nvPr>
        </p:nvSpPr>
        <p:spPr>
          <a:xfrm>
            <a:off x="5237839" y="5407116"/>
            <a:ext cx="1706965" cy="492025"/>
          </a:xfrm>
          <a:prstGeom prst="rect">
            <a:avLst/>
          </a:prstGeom>
        </p:spPr>
        <p:txBody>
          <a:bodyPr anchor="ctr"/>
          <a:lstStyle>
            <a:lvl1pPr marL="0" indent="0" algn="ctr">
              <a:lnSpc>
                <a:spcPct val="100000"/>
              </a:lnSpc>
              <a:buNone/>
              <a:defRPr sz="1000" cap="all" spc="200" baseline="0">
                <a:solidFill>
                  <a:schemeClr val="accent5"/>
                </a:solidFill>
                <a:latin typeface="+mj-lt"/>
              </a:defRPr>
            </a:lvl1pPr>
          </a:lstStyle>
          <a:p>
            <a:pPr lvl="0"/>
            <a:r>
              <a:rPr lang="en-US"/>
              <a:t>Click to add name</a:t>
            </a:r>
          </a:p>
        </p:txBody>
      </p:sp>
      <p:sp>
        <p:nvSpPr>
          <p:cNvPr id="10" name="Text Placeholder 14">
            <a:extLst>
              <a:ext uri="{FF2B5EF4-FFF2-40B4-BE49-F238E27FC236}">
                <a16:creationId xmlns:a16="http://schemas.microsoft.com/office/drawing/2014/main" id="{E29BB699-DB47-4A35-9B5B-63C7EFC22843}"/>
              </a:ext>
            </a:extLst>
          </p:cNvPr>
          <p:cNvSpPr>
            <a:spLocks noGrp="1"/>
          </p:cNvSpPr>
          <p:nvPr>
            <p:ph type="body" sz="quarter" idx="19" hasCustomPrompt="1"/>
          </p:nvPr>
        </p:nvSpPr>
        <p:spPr>
          <a:xfrm>
            <a:off x="8441651" y="3467155"/>
            <a:ext cx="1380681" cy="492025"/>
          </a:xfrm>
          <a:prstGeom prst="rect">
            <a:avLst/>
          </a:prstGeom>
        </p:spPr>
        <p:txBody>
          <a:bodyPr anchor="ctr"/>
          <a:lstStyle>
            <a:lvl1pPr marL="0" indent="0" algn="ctr">
              <a:lnSpc>
                <a:spcPct val="100000"/>
              </a:lnSpc>
              <a:buNone/>
              <a:defRPr sz="1000" cap="all" spc="200" baseline="0">
                <a:solidFill>
                  <a:schemeClr val="accent5"/>
                </a:solidFill>
                <a:latin typeface="+mj-lt"/>
              </a:defRPr>
            </a:lvl1pPr>
          </a:lstStyle>
          <a:p>
            <a:pPr lvl="0"/>
            <a:r>
              <a:rPr lang="en-US"/>
              <a:t>Click to add name</a:t>
            </a:r>
          </a:p>
        </p:txBody>
      </p:sp>
      <p:sp>
        <p:nvSpPr>
          <p:cNvPr id="11" name="Text Placeholder 14">
            <a:extLst>
              <a:ext uri="{FF2B5EF4-FFF2-40B4-BE49-F238E27FC236}">
                <a16:creationId xmlns:a16="http://schemas.microsoft.com/office/drawing/2014/main" id="{4EFD147E-AEE9-40FA-96D5-7DBE76033490}"/>
              </a:ext>
            </a:extLst>
          </p:cNvPr>
          <p:cNvSpPr>
            <a:spLocks noGrp="1"/>
          </p:cNvSpPr>
          <p:nvPr>
            <p:ph type="body" sz="quarter" idx="20" hasCustomPrompt="1"/>
          </p:nvPr>
        </p:nvSpPr>
        <p:spPr>
          <a:xfrm>
            <a:off x="3744687" y="2307743"/>
            <a:ext cx="1183179" cy="492025"/>
          </a:xfrm>
          <a:prstGeom prst="rect">
            <a:avLst/>
          </a:prstGeom>
        </p:spPr>
        <p:txBody>
          <a:bodyPr anchor="ctr"/>
          <a:lstStyle>
            <a:lvl1pPr marL="0" indent="0" algn="ctr">
              <a:lnSpc>
                <a:spcPct val="100000"/>
              </a:lnSpc>
              <a:buNone/>
              <a:defRPr sz="1200" cap="all" spc="200" baseline="0">
                <a:solidFill>
                  <a:schemeClr val="accent2">
                    <a:lumMod val="20000"/>
                    <a:lumOff val="80000"/>
                  </a:schemeClr>
                </a:solidFill>
                <a:latin typeface="+mj-lt"/>
              </a:defRPr>
            </a:lvl1pPr>
          </a:lstStyle>
          <a:p>
            <a:pPr lvl="0"/>
            <a:r>
              <a:rPr lang="en-US"/>
              <a:t>Click to add name</a:t>
            </a:r>
          </a:p>
        </p:txBody>
      </p:sp>
      <p:sp>
        <p:nvSpPr>
          <p:cNvPr id="12" name="Text Placeholder 14">
            <a:extLst>
              <a:ext uri="{FF2B5EF4-FFF2-40B4-BE49-F238E27FC236}">
                <a16:creationId xmlns:a16="http://schemas.microsoft.com/office/drawing/2014/main" id="{035518AB-0629-41B1-8670-DAE8C31C9998}"/>
              </a:ext>
            </a:extLst>
          </p:cNvPr>
          <p:cNvSpPr>
            <a:spLocks noGrp="1"/>
          </p:cNvSpPr>
          <p:nvPr>
            <p:ph type="body" sz="quarter" idx="21" hasCustomPrompt="1"/>
          </p:nvPr>
        </p:nvSpPr>
        <p:spPr>
          <a:xfrm>
            <a:off x="4181179" y="4420460"/>
            <a:ext cx="1183179" cy="492025"/>
          </a:xfrm>
          <a:prstGeom prst="rect">
            <a:avLst/>
          </a:prstGeom>
        </p:spPr>
        <p:txBody>
          <a:bodyPr anchor="ctr"/>
          <a:lstStyle>
            <a:lvl1pPr marL="0" indent="0" algn="ctr">
              <a:lnSpc>
                <a:spcPct val="100000"/>
              </a:lnSpc>
              <a:buNone/>
              <a:defRPr sz="1200" cap="all" spc="200" baseline="0">
                <a:solidFill>
                  <a:schemeClr val="accent1">
                    <a:lumMod val="20000"/>
                    <a:lumOff val="80000"/>
                  </a:schemeClr>
                </a:solidFill>
                <a:latin typeface="+mj-lt"/>
              </a:defRPr>
            </a:lvl1pPr>
          </a:lstStyle>
          <a:p>
            <a:pPr lvl="0"/>
            <a:r>
              <a:rPr lang="en-US"/>
              <a:t>Click to add name</a:t>
            </a:r>
          </a:p>
        </p:txBody>
      </p:sp>
      <p:sp>
        <p:nvSpPr>
          <p:cNvPr id="13" name="Text Placeholder 14">
            <a:extLst>
              <a:ext uri="{FF2B5EF4-FFF2-40B4-BE49-F238E27FC236}">
                <a16:creationId xmlns:a16="http://schemas.microsoft.com/office/drawing/2014/main" id="{D84B55A2-EE63-46F3-80EA-C4F512388C1B}"/>
              </a:ext>
            </a:extLst>
          </p:cNvPr>
          <p:cNvSpPr>
            <a:spLocks noGrp="1"/>
          </p:cNvSpPr>
          <p:nvPr>
            <p:ph type="body" sz="quarter" idx="22" hasCustomPrompt="1"/>
          </p:nvPr>
        </p:nvSpPr>
        <p:spPr>
          <a:xfrm>
            <a:off x="2643702" y="4552190"/>
            <a:ext cx="1183179" cy="492025"/>
          </a:xfrm>
          <a:prstGeom prst="rect">
            <a:avLst/>
          </a:prstGeom>
        </p:spPr>
        <p:txBody>
          <a:bodyPr anchor="ctr"/>
          <a:lstStyle>
            <a:lvl1pPr marL="0" indent="0" algn="ctr">
              <a:lnSpc>
                <a:spcPct val="100000"/>
              </a:lnSpc>
              <a:buNone/>
              <a:defRPr sz="1200" cap="all" spc="200" baseline="0">
                <a:solidFill>
                  <a:schemeClr val="accent6">
                    <a:lumMod val="40000"/>
                    <a:lumOff val="60000"/>
                  </a:schemeClr>
                </a:solidFill>
                <a:latin typeface="+mj-lt"/>
              </a:defRPr>
            </a:lvl1pPr>
          </a:lstStyle>
          <a:p>
            <a:pPr lvl="0"/>
            <a:r>
              <a:rPr lang="en-US"/>
              <a:t>Click to add name</a:t>
            </a:r>
          </a:p>
        </p:txBody>
      </p:sp>
      <p:sp>
        <p:nvSpPr>
          <p:cNvPr id="14" name="Text Placeholder 14">
            <a:extLst>
              <a:ext uri="{FF2B5EF4-FFF2-40B4-BE49-F238E27FC236}">
                <a16:creationId xmlns:a16="http://schemas.microsoft.com/office/drawing/2014/main" id="{EDED8D5C-7B18-4E79-B6B4-E59FAC3A83D5}"/>
              </a:ext>
            </a:extLst>
          </p:cNvPr>
          <p:cNvSpPr>
            <a:spLocks noGrp="1"/>
          </p:cNvSpPr>
          <p:nvPr>
            <p:ph type="body" sz="quarter" idx="23" hasCustomPrompt="1"/>
          </p:nvPr>
        </p:nvSpPr>
        <p:spPr>
          <a:xfrm>
            <a:off x="6400052" y="4120885"/>
            <a:ext cx="1183179" cy="492025"/>
          </a:xfrm>
          <a:prstGeom prst="rect">
            <a:avLst/>
          </a:prstGeom>
        </p:spPr>
        <p:txBody>
          <a:bodyPr anchor="ctr"/>
          <a:lstStyle>
            <a:lvl1pPr marL="0" indent="0" algn="ctr">
              <a:lnSpc>
                <a:spcPct val="100000"/>
              </a:lnSpc>
              <a:buNone/>
              <a:defRPr sz="1200" cap="all" spc="200" baseline="0">
                <a:solidFill>
                  <a:schemeClr val="accent1">
                    <a:lumMod val="40000"/>
                    <a:lumOff val="60000"/>
                  </a:schemeClr>
                </a:solidFill>
                <a:latin typeface="+mj-lt"/>
              </a:defRPr>
            </a:lvl1pPr>
          </a:lstStyle>
          <a:p>
            <a:pPr lvl="0"/>
            <a:r>
              <a:rPr lang="en-US"/>
              <a:t>Click to add name</a:t>
            </a:r>
          </a:p>
        </p:txBody>
      </p:sp>
      <p:sp>
        <p:nvSpPr>
          <p:cNvPr id="15" name="Text Placeholder 14">
            <a:extLst>
              <a:ext uri="{FF2B5EF4-FFF2-40B4-BE49-F238E27FC236}">
                <a16:creationId xmlns:a16="http://schemas.microsoft.com/office/drawing/2014/main" id="{E8B6D903-1EAA-44AD-A3D8-6256873B7A22}"/>
              </a:ext>
            </a:extLst>
          </p:cNvPr>
          <p:cNvSpPr>
            <a:spLocks noGrp="1"/>
          </p:cNvSpPr>
          <p:nvPr>
            <p:ph type="body" sz="quarter" idx="25" hasCustomPrompt="1"/>
          </p:nvPr>
        </p:nvSpPr>
        <p:spPr>
          <a:xfrm>
            <a:off x="2545032" y="3467155"/>
            <a:ext cx="1209143" cy="492025"/>
          </a:xfrm>
          <a:prstGeom prst="rect">
            <a:avLst/>
          </a:prstGeom>
        </p:spPr>
        <p:txBody>
          <a:bodyPr anchor="ctr"/>
          <a:lstStyle>
            <a:lvl1pPr marL="0" indent="0" algn="ctr">
              <a:lnSpc>
                <a:spcPct val="100000"/>
              </a:lnSpc>
              <a:buNone/>
              <a:defRPr sz="1000" cap="all" spc="200" baseline="0">
                <a:solidFill>
                  <a:schemeClr val="accent5"/>
                </a:solidFill>
                <a:latin typeface="+mj-lt"/>
              </a:defRPr>
            </a:lvl1pPr>
          </a:lstStyle>
          <a:p>
            <a:pPr lvl="0"/>
            <a:r>
              <a:rPr lang="en-US"/>
              <a:t>Click to add name</a:t>
            </a:r>
          </a:p>
        </p:txBody>
      </p:sp>
      <p:cxnSp>
        <p:nvCxnSpPr>
          <p:cNvPr id="16" name="Straight Connector 15">
            <a:extLst>
              <a:ext uri="{FF2B5EF4-FFF2-40B4-BE49-F238E27FC236}">
                <a16:creationId xmlns:a16="http://schemas.microsoft.com/office/drawing/2014/main" id="{8914974F-EEEB-4FDB-B605-14B6199844BA}"/>
              </a:ext>
            </a:extLst>
          </p:cNvPr>
          <p:cNvCxnSpPr>
            <a:cxnSpLocks/>
          </p:cNvCxnSpPr>
          <p:nvPr userDrawn="1"/>
        </p:nvCxnSpPr>
        <p:spPr>
          <a:xfrm>
            <a:off x="3758002" y="3713168"/>
            <a:ext cx="4683649"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FCFFB4C-5408-479D-88E2-42F8897706C7}"/>
              </a:ext>
            </a:extLst>
          </p:cNvPr>
          <p:cNvCxnSpPr>
            <a:cxnSpLocks/>
          </p:cNvCxnSpPr>
          <p:nvPr userDrawn="1"/>
        </p:nvCxnSpPr>
        <p:spPr>
          <a:xfrm flipV="1">
            <a:off x="6091322" y="2030298"/>
            <a:ext cx="4678" cy="3376818"/>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18" name="Text Placeholder 14">
            <a:extLst>
              <a:ext uri="{FF2B5EF4-FFF2-40B4-BE49-F238E27FC236}">
                <a16:creationId xmlns:a16="http://schemas.microsoft.com/office/drawing/2014/main" id="{9D316786-C25C-4139-9C9E-B55FEA3C4AC0}"/>
              </a:ext>
            </a:extLst>
          </p:cNvPr>
          <p:cNvSpPr>
            <a:spLocks noGrp="1"/>
          </p:cNvSpPr>
          <p:nvPr>
            <p:ph type="body" sz="quarter" idx="26" hasCustomPrompt="1"/>
          </p:nvPr>
        </p:nvSpPr>
        <p:spPr>
          <a:xfrm>
            <a:off x="6754219" y="2067508"/>
            <a:ext cx="1706965" cy="1048575"/>
          </a:xfrm>
          <a:prstGeom prst="rect">
            <a:avLst/>
          </a:prstGeom>
        </p:spPr>
        <p:txBody>
          <a:bodyPr anchor="ctr"/>
          <a:lstStyle>
            <a:lvl1pPr marL="0" indent="0" algn="ctr">
              <a:lnSpc>
                <a:spcPct val="100000"/>
              </a:lnSpc>
              <a:buNone/>
              <a:defRPr sz="1600" cap="all" spc="200" baseline="0">
                <a:solidFill>
                  <a:schemeClr val="bg1"/>
                </a:solidFill>
                <a:latin typeface="+mj-lt"/>
              </a:defRPr>
            </a:lvl1pPr>
          </a:lstStyle>
          <a:p>
            <a:pPr lvl="0"/>
            <a:r>
              <a:rPr lang="en-US"/>
              <a:t>Click to add name</a:t>
            </a:r>
          </a:p>
        </p:txBody>
      </p:sp>
      <p:sp>
        <p:nvSpPr>
          <p:cNvPr id="20" name="Text Placeholder 14">
            <a:extLst>
              <a:ext uri="{FF2B5EF4-FFF2-40B4-BE49-F238E27FC236}">
                <a16:creationId xmlns:a16="http://schemas.microsoft.com/office/drawing/2014/main" id="{DC43FD24-D855-40FC-85C4-87ED3F64AA2C}"/>
              </a:ext>
            </a:extLst>
          </p:cNvPr>
          <p:cNvSpPr>
            <a:spLocks noGrp="1"/>
          </p:cNvSpPr>
          <p:nvPr>
            <p:ph type="body" sz="quarter" idx="24" hasCustomPrompt="1"/>
          </p:nvPr>
        </p:nvSpPr>
        <p:spPr>
          <a:xfrm>
            <a:off x="7860695" y="4820889"/>
            <a:ext cx="1183179" cy="492025"/>
          </a:xfrm>
          <a:prstGeom prst="rect">
            <a:avLst/>
          </a:prstGeom>
        </p:spPr>
        <p:txBody>
          <a:bodyPr anchor="ctr"/>
          <a:lstStyle>
            <a:lvl1pPr marL="0" indent="0" algn="ctr">
              <a:lnSpc>
                <a:spcPct val="100000"/>
              </a:lnSpc>
              <a:buNone/>
              <a:defRPr sz="1200" cap="all" spc="200" baseline="0">
                <a:solidFill>
                  <a:schemeClr val="accent4"/>
                </a:solidFill>
                <a:latin typeface="+mj-lt"/>
              </a:defRPr>
            </a:lvl1pPr>
          </a:lstStyle>
          <a:p>
            <a:pPr lvl="0"/>
            <a:r>
              <a:rPr lang="en-US"/>
              <a:t>Click to add name</a:t>
            </a:r>
          </a:p>
        </p:txBody>
      </p:sp>
      <p:sp>
        <p:nvSpPr>
          <p:cNvPr id="2" name="Title 1">
            <a:extLst>
              <a:ext uri="{FF2B5EF4-FFF2-40B4-BE49-F238E27FC236}">
                <a16:creationId xmlns:a16="http://schemas.microsoft.com/office/drawing/2014/main" id="{2C07A013-A59B-4367-9832-ED55A6D25280}"/>
              </a:ext>
            </a:extLst>
          </p:cNvPr>
          <p:cNvSpPr>
            <a:spLocks noGrp="1"/>
          </p:cNvSpPr>
          <p:nvPr>
            <p:ph type="title" hasCustomPrompt="1"/>
          </p:nvPr>
        </p:nvSpPr>
        <p:spPr>
          <a:xfrm>
            <a:off x="794508" y="715939"/>
            <a:ext cx="4864608" cy="365760"/>
          </a:xfrm>
        </p:spPr>
        <p:txBody>
          <a:bodyPr anchor="t">
            <a:noAutofit/>
          </a:bodyPr>
          <a:lstStyle>
            <a:lvl1pPr>
              <a:defRPr sz="2800">
                <a:ln w="19050">
                  <a:solidFill>
                    <a:schemeClr val="bg1"/>
                  </a:solidFill>
                </a:ln>
              </a:defRPr>
            </a:lvl1pPr>
          </a:lstStyle>
          <a:p>
            <a:r>
              <a:rPr lang="en-US" dirty="0"/>
              <a:t>Click to add title</a:t>
            </a:r>
          </a:p>
        </p:txBody>
      </p:sp>
    </p:spTree>
    <p:extLst>
      <p:ext uri="{BB962C8B-B14F-4D97-AF65-F5344CB8AC3E}">
        <p14:creationId xmlns:p14="http://schemas.microsoft.com/office/powerpoint/2010/main" val="32853307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Growth Strateg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D1F00DA-5D59-4EDE-BA9C-D312B3FBBAFD}"/>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Date Placeholder 2">
            <a:extLst>
              <a:ext uri="{FF2B5EF4-FFF2-40B4-BE49-F238E27FC236}">
                <a16:creationId xmlns:a16="http://schemas.microsoft.com/office/drawing/2014/main" id="{94C3578F-2A0F-4E30-AF4A-8F796929EE04}"/>
              </a:ext>
            </a:extLst>
          </p:cNvPr>
          <p:cNvSpPr>
            <a:spLocks noGrp="1"/>
          </p:cNvSpPr>
          <p:nvPr>
            <p:ph type="dt" sz="half" idx="10"/>
          </p:nvPr>
        </p:nvSpPr>
        <p:spPr/>
        <p:txBody>
          <a:bodyPr/>
          <a:lstStyle/>
          <a:p>
            <a:r>
              <a:rPr lang="en-US" dirty="0"/>
              <a:t>8/06/20XX</a:t>
            </a:r>
          </a:p>
        </p:txBody>
      </p:sp>
      <p:sp>
        <p:nvSpPr>
          <p:cNvPr id="4" name="Footer Placeholder 3">
            <a:extLst>
              <a:ext uri="{FF2B5EF4-FFF2-40B4-BE49-F238E27FC236}">
                <a16:creationId xmlns:a16="http://schemas.microsoft.com/office/drawing/2014/main" id="{01F6CA51-E5DC-4FC3-92F6-D5EC783C0A8A}"/>
              </a:ext>
            </a:extLst>
          </p:cNvPr>
          <p:cNvSpPr>
            <a:spLocks noGrp="1"/>
          </p:cNvSpPr>
          <p:nvPr>
            <p:ph type="ftr" sz="quarter" idx="1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A10E530-F1C5-4166-A95F-3F8D022CCD74}"/>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11" name="Text Placeholder 14">
            <a:extLst>
              <a:ext uri="{FF2B5EF4-FFF2-40B4-BE49-F238E27FC236}">
                <a16:creationId xmlns:a16="http://schemas.microsoft.com/office/drawing/2014/main" id="{191453D1-9488-4F30-8223-1CB500BDC2F1}"/>
              </a:ext>
            </a:extLst>
          </p:cNvPr>
          <p:cNvSpPr>
            <a:spLocks noGrp="1"/>
          </p:cNvSpPr>
          <p:nvPr>
            <p:ph type="body" sz="quarter" idx="19" hasCustomPrompt="1"/>
          </p:nvPr>
        </p:nvSpPr>
        <p:spPr>
          <a:xfrm>
            <a:off x="2452699" y="1592681"/>
            <a:ext cx="7306060" cy="393427"/>
          </a:xfrm>
          <a:prstGeom prst="rect">
            <a:avLst/>
          </a:prstGeom>
        </p:spPr>
        <p:txBody>
          <a:bodyPr>
            <a:normAutofit/>
          </a:bodyPr>
          <a:lstStyle>
            <a:lvl1pPr marL="0" indent="0" algn="ctr">
              <a:buNone/>
              <a:defRPr sz="1800" cap="none" spc="200" baseline="0">
                <a:solidFill>
                  <a:schemeClr val="bg1"/>
                </a:solidFill>
                <a:latin typeface="Posterama" panose="020B0504020200020000" pitchFamily="34" charset="0"/>
                <a:cs typeface="Posterama" panose="020B0504020200020000" pitchFamily="34" charset="0"/>
              </a:defRPr>
            </a:lvl1pPr>
          </a:lstStyle>
          <a:p>
            <a:pPr lvl="0"/>
            <a:r>
              <a:rPr lang="en-US"/>
              <a:t>Add subtitle</a:t>
            </a:r>
          </a:p>
        </p:txBody>
      </p:sp>
      <p:sp>
        <p:nvSpPr>
          <p:cNvPr id="12" name="Text Placeholder 14">
            <a:extLst>
              <a:ext uri="{FF2B5EF4-FFF2-40B4-BE49-F238E27FC236}">
                <a16:creationId xmlns:a16="http://schemas.microsoft.com/office/drawing/2014/main" id="{4882AD8A-D4BD-4E12-8458-AC021F93B15C}"/>
              </a:ext>
            </a:extLst>
          </p:cNvPr>
          <p:cNvSpPr>
            <a:spLocks noGrp="1"/>
          </p:cNvSpPr>
          <p:nvPr>
            <p:ph type="body" sz="quarter" idx="26" hasCustomPrompt="1"/>
          </p:nvPr>
        </p:nvSpPr>
        <p:spPr>
          <a:xfrm>
            <a:off x="1973698" y="3031460"/>
            <a:ext cx="1975104" cy="868680"/>
          </a:xfrm>
          <a:prstGeom prst="rect">
            <a:avLst/>
          </a:prstGeom>
          <a:ln w="25400">
            <a:solidFill>
              <a:schemeClr val="accent6"/>
            </a:solidFill>
          </a:ln>
        </p:spPr>
        <p:txBody>
          <a:bodyPr anchor="ctr"/>
          <a:lstStyle>
            <a:lvl1pPr marL="0" indent="0" algn="ctr">
              <a:lnSpc>
                <a:spcPct val="100000"/>
              </a:lnSpc>
              <a:buNone/>
              <a:defRPr sz="1600" cap="all" spc="200" baseline="0">
                <a:solidFill>
                  <a:schemeClr val="accent6"/>
                </a:solidFill>
                <a:latin typeface="+mj-lt"/>
              </a:defRPr>
            </a:lvl1pPr>
          </a:lstStyle>
          <a:p>
            <a:pPr lvl="0"/>
            <a:r>
              <a:rPr lang="en-US" dirty="0"/>
              <a:t>Click to add name</a:t>
            </a:r>
          </a:p>
        </p:txBody>
      </p:sp>
      <p:sp>
        <p:nvSpPr>
          <p:cNvPr id="13" name="Text Placeholder 14">
            <a:extLst>
              <a:ext uri="{FF2B5EF4-FFF2-40B4-BE49-F238E27FC236}">
                <a16:creationId xmlns:a16="http://schemas.microsoft.com/office/drawing/2014/main" id="{3DF3AAFC-DA9A-4A72-BBF9-5A097BC5950E}"/>
              </a:ext>
            </a:extLst>
          </p:cNvPr>
          <p:cNvSpPr>
            <a:spLocks noGrp="1"/>
          </p:cNvSpPr>
          <p:nvPr>
            <p:ph type="body" sz="quarter" idx="27" hasCustomPrompt="1"/>
          </p:nvPr>
        </p:nvSpPr>
        <p:spPr>
          <a:xfrm>
            <a:off x="5202976" y="3031460"/>
            <a:ext cx="1975104" cy="868680"/>
          </a:xfrm>
          <a:prstGeom prst="rect">
            <a:avLst/>
          </a:prstGeom>
          <a:ln w="25400">
            <a:solidFill>
              <a:schemeClr val="accent6"/>
            </a:solidFill>
          </a:ln>
        </p:spPr>
        <p:txBody>
          <a:bodyPr anchor="ctr"/>
          <a:lstStyle>
            <a:lvl1pPr marL="0" indent="0" algn="ctr">
              <a:lnSpc>
                <a:spcPct val="100000"/>
              </a:lnSpc>
              <a:buNone/>
              <a:defRPr sz="1600" cap="all" spc="200" baseline="0">
                <a:solidFill>
                  <a:schemeClr val="accent6"/>
                </a:solidFill>
                <a:latin typeface="+mj-lt"/>
              </a:defRPr>
            </a:lvl1pPr>
          </a:lstStyle>
          <a:p>
            <a:pPr lvl="0"/>
            <a:r>
              <a:rPr lang="en-US" dirty="0"/>
              <a:t>Click to add name</a:t>
            </a:r>
          </a:p>
        </p:txBody>
      </p:sp>
      <p:sp>
        <p:nvSpPr>
          <p:cNvPr id="14" name="Text Placeholder 14">
            <a:extLst>
              <a:ext uri="{FF2B5EF4-FFF2-40B4-BE49-F238E27FC236}">
                <a16:creationId xmlns:a16="http://schemas.microsoft.com/office/drawing/2014/main" id="{2FF48EEE-6AEC-4E37-AD5C-EEB74BA0CEDB}"/>
              </a:ext>
            </a:extLst>
          </p:cNvPr>
          <p:cNvSpPr>
            <a:spLocks noGrp="1"/>
          </p:cNvSpPr>
          <p:nvPr>
            <p:ph type="body" sz="quarter" idx="28" hasCustomPrompt="1"/>
          </p:nvPr>
        </p:nvSpPr>
        <p:spPr>
          <a:xfrm>
            <a:off x="8346652" y="3031460"/>
            <a:ext cx="1975104" cy="868680"/>
          </a:xfrm>
          <a:prstGeom prst="rect">
            <a:avLst/>
          </a:prstGeom>
          <a:ln w="25400">
            <a:solidFill>
              <a:schemeClr val="accent6"/>
            </a:solidFill>
          </a:ln>
        </p:spPr>
        <p:txBody>
          <a:bodyPr anchor="ctr"/>
          <a:lstStyle>
            <a:lvl1pPr marL="0" indent="0" algn="ctr">
              <a:lnSpc>
                <a:spcPct val="100000"/>
              </a:lnSpc>
              <a:buNone/>
              <a:defRPr sz="1600" cap="all" spc="200" baseline="0">
                <a:solidFill>
                  <a:schemeClr val="accent6"/>
                </a:solidFill>
                <a:latin typeface="+mj-lt"/>
              </a:defRPr>
            </a:lvl1pPr>
          </a:lstStyle>
          <a:p>
            <a:pPr lvl="0"/>
            <a:r>
              <a:rPr lang="en-US" dirty="0"/>
              <a:t>Click to add name</a:t>
            </a:r>
          </a:p>
        </p:txBody>
      </p:sp>
      <p:sp>
        <p:nvSpPr>
          <p:cNvPr id="15" name="Text Placeholder 14">
            <a:extLst>
              <a:ext uri="{FF2B5EF4-FFF2-40B4-BE49-F238E27FC236}">
                <a16:creationId xmlns:a16="http://schemas.microsoft.com/office/drawing/2014/main" id="{32066EA2-51F1-4F13-8E1B-89600E879074}"/>
              </a:ext>
            </a:extLst>
          </p:cNvPr>
          <p:cNvSpPr>
            <a:spLocks noGrp="1"/>
          </p:cNvSpPr>
          <p:nvPr>
            <p:ph type="body" sz="quarter" idx="13" hasCustomPrompt="1"/>
          </p:nvPr>
        </p:nvSpPr>
        <p:spPr>
          <a:xfrm>
            <a:off x="1591695" y="4042386"/>
            <a:ext cx="2743200" cy="1148945"/>
          </a:xfrm>
          <a:prstGeom prst="rect">
            <a:avLst/>
          </a:prstGeom>
        </p:spPr>
        <p:txBody>
          <a:bodyPr/>
          <a:lstStyle>
            <a:lvl1pPr marL="0" indent="0" algn="ctr">
              <a:lnSpc>
                <a:spcPct val="125000"/>
              </a:lnSpc>
              <a:spcBef>
                <a:spcPts val="0"/>
              </a:spcBef>
              <a:buNone/>
              <a:defRPr sz="1400" cap="none" spc="0" baseline="0">
                <a:solidFill>
                  <a:schemeClr val="bg1"/>
                </a:solidFill>
                <a:latin typeface="+mn-lt"/>
              </a:defRPr>
            </a:lvl1pPr>
          </a:lstStyle>
          <a:p>
            <a:pPr lvl="0"/>
            <a:r>
              <a:rPr lang="en-US"/>
              <a:t>Click to add text</a:t>
            </a:r>
          </a:p>
        </p:txBody>
      </p:sp>
      <p:sp>
        <p:nvSpPr>
          <p:cNvPr id="16" name="Text Placeholder 14">
            <a:extLst>
              <a:ext uri="{FF2B5EF4-FFF2-40B4-BE49-F238E27FC236}">
                <a16:creationId xmlns:a16="http://schemas.microsoft.com/office/drawing/2014/main" id="{F14EBD1B-595C-4A54-92C8-3C5427E15C45}"/>
              </a:ext>
            </a:extLst>
          </p:cNvPr>
          <p:cNvSpPr>
            <a:spLocks noGrp="1"/>
          </p:cNvSpPr>
          <p:nvPr>
            <p:ph type="body" sz="quarter" idx="29" hasCustomPrompt="1"/>
          </p:nvPr>
        </p:nvSpPr>
        <p:spPr>
          <a:xfrm>
            <a:off x="4820973" y="4042387"/>
            <a:ext cx="2743200" cy="1148945"/>
          </a:xfrm>
          <a:prstGeom prst="rect">
            <a:avLst/>
          </a:prstGeom>
        </p:spPr>
        <p:txBody>
          <a:bodyPr/>
          <a:lstStyle>
            <a:lvl1pPr marL="0" indent="0" algn="ctr">
              <a:lnSpc>
                <a:spcPct val="125000"/>
              </a:lnSpc>
              <a:spcBef>
                <a:spcPts val="0"/>
              </a:spcBef>
              <a:buNone/>
              <a:defRPr sz="1400" cap="none" spc="0" baseline="0">
                <a:solidFill>
                  <a:schemeClr val="bg1"/>
                </a:solidFill>
                <a:latin typeface="+mn-lt"/>
              </a:defRPr>
            </a:lvl1pPr>
          </a:lstStyle>
          <a:p>
            <a:pPr lvl="0"/>
            <a:r>
              <a:rPr lang="en-US"/>
              <a:t>Click to add text</a:t>
            </a:r>
          </a:p>
        </p:txBody>
      </p:sp>
      <p:sp>
        <p:nvSpPr>
          <p:cNvPr id="17" name="Text Placeholder 14">
            <a:extLst>
              <a:ext uri="{FF2B5EF4-FFF2-40B4-BE49-F238E27FC236}">
                <a16:creationId xmlns:a16="http://schemas.microsoft.com/office/drawing/2014/main" id="{B64F77B9-03A9-4E3E-B656-D3C0FBE25AB5}"/>
              </a:ext>
            </a:extLst>
          </p:cNvPr>
          <p:cNvSpPr>
            <a:spLocks noGrp="1"/>
          </p:cNvSpPr>
          <p:nvPr>
            <p:ph type="body" sz="quarter" idx="30" hasCustomPrompt="1"/>
          </p:nvPr>
        </p:nvSpPr>
        <p:spPr>
          <a:xfrm>
            <a:off x="7964649" y="4042386"/>
            <a:ext cx="2743200" cy="1148945"/>
          </a:xfrm>
          <a:prstGeom prst="rect">
            <a:avLst/>
          </a:prstGeom>
        </p:spPr>
        <p:txBody>
          <a:bodyPr/>
          <a:lstStyle>
            <a:lvl1pPr marL="0" indent="0" algn="ctr">
              <a:lnSpc>
                <a:spcPct val="125000"/>
              </a:lnSpc>
              <a:spcBef>
                <a:spcPts val="0"/>
              </a:spcBef>
              <a:buNone/>
              <a:defRPr sz="1400" cap="none" spc="0" baseline="0">
                <a:solidFill>
                  <a:schemeClr val="bg1"/>
                </a:solidFill>
                <a:latin typeface="+mn-lt"/>
              </a:defRPr>
            </a:lvl1pPr>
          </a:lstStyle>
          <a:p>
            <a:pPr lvl="0"/>
            <a:r>
              <a:rPr lang="en-US"/>
              <a:t>Click to add text</a:t>
            </a:r>
          </a:p>
        </p:txBody>
      </p:sp>
      <p:sp>
        <p:nvSpPr>
          <p:cNvPr id="2" name="Title 1">
            <a:extLst>
              <a:ext uri="{FF2B5EF4-FFF2-40B4-BE49-F238E27FC236}">
                <a16:creationId xmlns:a16="http://schemas.microsoft.com/office/drawing/2014/main" id="{DFFECFB3-5650-476F-BB54-8A2A45F8AE7F}"/>
              </a:ext>
            </a:extLst>
          </p:cNvPr>
          <p:cNvSpPr>
            <a:spLocks noGrp="1"/>
          </p:cNvSpPr>
          <p:nvPr>
            <p:ph type="title" hasCustomPrompt="1"/>
          </p:nvPr>
        </p:nvSpPr>
        <p:spPr>
          <a:xfrm>
            <a:off x="2451534" y="989042"/>
            <a:ext cx="7287768" cy="630936"/>
          </a:xfrm>
        </p:spPr>
        <p:txBody>
          <a:bodyPr anchor="t">
            <a:noAutofit/>
          </a:bodyPr>
          <a:lstStyle>
            <a:lvl1pPr algn="ctr">
              <a:lnSpc>
                <a:spcPct val="125000"/>
              </a:lnSpc>
              <a:defRPr sz="2800">
                <a:ln w="19050">
                  <a:solidFill>
                    <a:schemeClr val="bg1"/>
                  </a:solidFill>
                </a:ln>
              </a:defRPr>
            </a:lvl1pPr>
          </a:lstStyle>
          <a:p>
            <a:r>
              <a:rPr lang="en-US" dirty="0"/>
              <a:t>Click to add title</a:t>
            </a:r>
          </a:p>
        </p:txBody>
      </p:sp>
    </p:spTree>
    <p:extLst>
      <p:ext uri="{BB962C8B-B14F-4D97-AF65-F5344CB8AC3E}">
        <p14:creationId xmlns:p14="http://schemas.microsoft.com/office/powerpoint/2010/main" val="69901197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wo-Year Action Plan">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9533791-52F7-40F6-B230-7BF6C505CCD6}"/>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Date Placeholder 2">
            <a:extLst>
              <a:ext uri="{FF2B5EF4-FFF2-40B4-BE49-F238E27FC236}">
                <a16:creationId xmlns:a16="http://schemas.microsoft.com/office/drawing/2014/main" id="{DE68A0C5-BEED-4BC5-ACD5-3F28EDE19EE3}"/>
              </a:ext>
            </a:extLst>
          </p:cNvPr>
          <p:cNvSpPr>
            <a:spLocks noGrp="1"/>
          </p:cNvSpPr>
          <p:nvPr>
            <p:ph type="dt" sz="half" idx="10"/>
          </p:nvPr>
        </p:nvSpPr>
        <p:spPr/>
        <p:txBody>
          <a:bodyPr/>
          <a:lstStyle/>
          <a:p>
            <a:r>
              <a:rPr lang="en-US" dirty="0"/>
              <a:t>8/06/20XX</a:t>
            </a:r>
          </a:p>
        </p:txBody>
      </p:sp>
      <p:sp>
        <p:nvSpPr>
          <p:cNvPr id="4" name="Footer Placeholder 3">
            <a:extLst>
              <a:ext uri="{FF2B5EF4-FFF2-40B4-BE49-F238E27FC236}">
                <a16:creationId xmlns:a16="http://schemas.microsoft.com/office/drawing/2014/main" id="{B35EA781-4C22-4390-A03C-CA5DCCB7A2B1}"/>
              </a:ext>
            </a:extLst>
          </p:cNvPr>
          <p:cNvSpPr>
            <a:spLocks noGrp="1"/>
          </p:cNvSpPr>
          <p:nvPr>
            <p:ph type="ftr" sz="quarter" idx="1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6FE694A4-07AC-48C4-A560-162C1F4ECD49}"/>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16" name="Text Placeholder 14">
            <a:extLst>
              <a:ext uri="{FF2B5EF4-FFF2-40B4-BE49-F238E27FC236}">
                <a16:creationId xmlns:a16="http://schemas.microsoft.com/office/drawing/2014/main" id="{2A6B27A0-0449-46AE-A770-EBB281A1A953}"/>
              </a:ext>
            </a:extLst>
          </p:cNvPr>
          <p:cNvSpPr>
            <a:spLocks noGrp="1"/>
          </p:cNvSpPr>
          <p:nvPr>
            <p:ph type="body" sz="quarter" idx="17" hasCustomPrompt="1"/>
          </p:nvPr>
        </p:nvSpPr>
        <p:spPr>
          <a:xfrm>
            <a:off x="1712346"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17" name="Text Placeholder 14">
            <a:extLst>
              <a:ext uri="{FF2B5EF4-FFF2-40B4-BE49-F238E27FC236}">
                <a16:creationId xmlns:a16="http://schemas.microsoft.com/office/drawing/2014/main" id="{1E70DE9B-2CDE-44B6-9307-FC12D873CA40}"/>
              </a:ext>
            </a:extLst>
          </p:cNvPr>
          <p:cNvSpPr>
            <a:spLocks noGrp="1"/>
          </p:cNvSpPr>
          <p:nvPr>
            <p:ph type="body" sz="quarter" idx="18" hasCustomPrompt="1"/>
          </p:nvPr>
        </p:nvSpPr>
        <p:spPr>
          <a:xfrm>
            <a:off x="2501761"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18" name="Text Placeholder 14">
            <a:extLst>
              <a:ext uri="{FF2B5EF4-FFF2-40B4-BE49-F238E27FC236}">
                <a16:creationId xmlns:a16="http://schemas.microsoft.com/office/drawing/2014/main" id="{123B5183-98F9-43BF-BE37-2AE0A049EA8B}"/>
              </a:ext>
            </a:extLst>
          </p:cNvPr>
          <p:cNvSpPr>
            <a:spLocks noGrp="1"/>
          </p:cNvSpPr>
          <p:nvPr>
            <p:ph type="body" sz="quarter" idx="19" hasCustomPrompt="1"/>
          </p:nvPr>
        </p:nvSpPr>
        <p:spPr>
          <a:xfrm>
            <a:off x="3291176"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19" name="Text Placeholder 14">
            <a:extLst>
              <a:ext uri="{FF2B5EF4-FFF2-40B4-BE49-F238E27FC236}">
                <a16:creationId xmlns:a16="http://schemas.microsoft.com/office/drawing/2014/main" id="{49DAB7F1-F6E7-4F92-B252-D9B81196A3A9}"/>
              </a:ext>
            </a:extLst>
          </p:cNvPr>
          <p:cNvSpPr>
            <a:spLocks noGrp="1"/>
          </p:cNvSpPr>
          <p:nvPr>
            <p:ph type="body" sz="quarter" idx="20" hasCustomPrompt="1"/>
          </p:nvPr>
        </p:nvSpPr>
        <p:spPr>
          <a:xfrm>
            <a:off x="4080591"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0" name="Text Placeholder 14">
            <a:extLst>
              <a:ext uri="{FF2B5EF4-FFF2-40B4-BE49-F238E27FC236}">
                <a16:creationId xmlns:a16="http://schemas.microsoft.com/office/drawing/2014/main" id="{4037F0E4-C57B-4033-B973-C69A03D97024}"/>
              </a:ext>
            </a:extLst>
          </p:cNvPr>
          <p:cNvSpPr>
            <a:spLocks noGrp="1"/>
          </p:cNvSpPr>
          <p:nvPr>
            <p:ph type="body" sz="quarter" idx="21" hasCustomPrompt="1"/>
          </p:nvPr>
        </p:nvSpPr>
        <p:spPr>
          <a:xfrm>
            <a:off x="4810807" y="3170170"/>
            <a:ext cx="61531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1" name="Text Placeholder 14">
            <a:extLst>
              <a:ext uri="{FF2B5EF4-FFF2-40B4-BE49-F238E27FC236}">
                <a16:creationId xmlns:a16="http://schemas.microsoft.com/office/drawing/2014/main" id="{85DAD742-736F-42D3-99FC-6046CF57A7A3}"/>
              </a:ext>
            </a:extLst>
          </p:cNvPr>
          <p:cNvSpPr>
            <a:spLocks noGrp="1"/>
          </p:cNvSpPr>
          <p:nvPr>
            <p:ph type="body" sz="quarter" idx="22" hasCustomPrompt="1"/>
          </p:nvPr>
        </p:nvSpPr>
        <p:spPr>
          <a:xfrm>
            <a:off x="5659421"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2" name="Text Placeholder 14">
            <a:extLst>
              <a:ext uri="{FF2B5EF4-FFF2-40B4-BE49-F238E27FC236}">
                <a16:creationId xmlns:a16="http://schemas.microsoft.com/office/drawing/2014/main" id="{53EC6732-F61D-431C-88C9-BAA5039B6BB6}"/>
              </a:ext>
            </a:extLst>
          </p:cNvPr>
          <p:cNvSpPr>
            <a:spLocks noGrp="1"/>
          </p:cNvSpPr>
          <p:nvPr>
            <p:ph type="body" sz="quarter" idx="23" hasCustomPrompt="1"/>
          </p:nvPr>
        </p:nvSpPr>
        <p:spPr>
          <a:xfrm>
            <a:off x="6448836"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3" name="Text Placeholder 14">
            <a:extLst>
              <a:ext uri="{FF2B5EF4-FFF2-40B4-BE49-F238E27FC236}">
                <a16:creationId xmlns:a16="http://schemas.microsoft.com/office/drawing/2014/main" id="{B8218F9A-C149-4D30-8437-B9D8C0DAF1D1}"/>
              </a:ext>
            </a:extLst>
          </p:cNvPr>
          <p:cNvSpPr>
            <a:spLocks noGrp="1"/>
          </p:cNvSpPr>
          <p:nvPr>
            <p:ph type="body" sz="quarter" idx="24" hasCustomPrompt="1"/>
          </p:nvPr>
        </p:nvSpPr>
        <p:spPr>
          <a:xfrm>
            <a:off x="7238251"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4" name="Text Placeholder 14">
            <a:extLst>
              <a:ext uri="{FF2B5EF4-FFF2-40B4-BE49-F238E27FC236}">
                <a16:creationId xmlns:a16="http://schemas.microsoft.com/office/drawing/2014/main" id="{BCA166BB-F293-4289-B0EB-57580EC9608B}"/>
              </a:ext>
            </a:extLst>
          </p:cNvPr>
          <p:cNvSpPr>
            <a:spLocks noGrp="1"/>
          </p:cNvSpPr>
          <p:nvPr>
            <p:ph type="body" sz="quarter" idx="25" hasCustomPrompt="1"/>
          </p:nvPr>
        </p:nvSpPr>
        <p:spPr>
          <a:xfrm>
            <a:off x="8027666"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5" name="Text Placeholder 14">
            <a:extLst>
              <a:ext uri="{FF2B5EF4-FFF2-40B4-BE49-F238E27FC236}">
                <a16:creationId xmlns:a16="http://schemas.microsoft.com/office/drawing/2014/main" id="{77397369-CCB5-450E-8FD1-46B3B54F6B89}"/>
              </a:ext>
            </a:extLst>
          </p:cNvPr>
          <p:cNvSpPr>
            <a:spLocks noGrp="1"/>
          </p:cNvSpPr>
          <p:nvPr>
            <p:ph type="body" sz="quarter" idx="26" hasCustomPrompt="1"/>
          </p:nvPr>
        </p:nvSpPr>
        <p:spPr>
          <a:xfrm>
            <a:off x="8817081"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6" name="Text Placeholder 14">
            <a:extLst>
              <a:ext uri="{FF2B5EF4-FFF2-40B4-BE49-F238E27FC236}">
                <a16:creationId xmlns:a16="http://schemas.microsoft.com/office/drawing/2014/main" id="{78252082-BCF2-4955-B695-35F48EF76FD9}"/>
              </a:ext>
            </a:extLst>
          </p:cNvPr>
          <p:cNvSpPr>
            <a:spLocks noGrp="1"/>
          </p:cNvSpPr>
          <p:nvPr>
            <p:ph type="body" sz="quarter" idx="27" hasCustomPrompt="1"/>
          </p:nvPr>
        </p:nvSpPr>
        <p:spPr>
          <a:xfrm>
            <a:off x="9606496"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7" name="Text Placeholder 14">
            <a:extLst>
              <a:ext uri="{FF2B5EF4-FFF2-40B4-BE49-F238E27FC236}">
                <a16:creationId xmlns:a16="http://schemas.microsoft.com/office/drawing/2014/main" id="{AF998D11-3FAA-4712-8C34-404C1BDCECBD}"/>
              </a:ext>
            </a:extLst>
          </p:cNvPr>
          <p:cNvSpPr>
            <a:spLocks noGrp="1"/>
          </p:cNvSpPr>
          <p:nvPr>
            <p:ph type="body" sz="quarter" idx="28" hasCustomPrompt="1"/>
          </p:nvPr>
        </p:nvSpPr>
        <p:spPr>
          <a:xfrm>
            <a:off x="10395907" y="3170170"/>
            <a:ext cx="495300" cy="652276"/>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8" name="Text Placeholder 14">
            <a:extLst>
              <a:ext uri="{FF2B5EF4-FFF2-40B4-BE49-F238E27FC236}">
                <a16:creationId xmlns:a16="http://schemas.microsoft.com/office/drawing/2014/main" id="{2AA33C54-3898-452E-979F-F1B5853E737C}"/>
              </a:ext>
            </a:extLst>
          </p:cNvPr>
          <p:cNvSpPr>
            <a:spLocks noGrp="1"/>
          </p:cNvSpPr>
          <p:nvPr>
            <p:ph type="body" sz="quarter" idx="29" hasCustomPrompt="1"/>
          </p:nvPr>
        </p:nvSpPr>
        <p:spPr>
          <a:xfrm>
            <a:off x="1712346"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29" name="Text Placeholder 14">
            <a:extLst>
              <a:ext uri="{FF2B5EF4-FFF2-40B4-BE49-F238E27FC236}">
                <a16:creationId xmlns:a16="http://schemas.microsoft.com/office/drawing/2014/main" id="{0569AA0A-65D1-4456-9A14-327E6CE6DF6A}"/>
              </a:ext>
            </a:extLst>
          </p:cNvPr>
          <p:cNvSpPr>
            <a:spLocks noGrp="1"/>
          </p:cNvSpPr>
          <p:nvPr>
            <p:ph type="body" sz="quarter" idx="30" hasCustomPrompt="1"/>
          </p:nvPr>
        </p:nvSpPr>
        <p:spPr>
          <a:xfrm>
            <a:off x="2501761"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0" name="Text Placeholder 14">
            <a:extLst>
              <a:ext uri="{FF2B5EF4-FFF2-40B4-BE49-F238E27FC236}">
                <a16:creationId xmlns:a16="http://schemas.microsoft.com/office/drawing/2014/main" id="{028EB91C-9303-4EB3-886A-E5DA884A80FD}"/>
              </a:ext>
            </a:extLst>
          </p:cNvPr>
          <p:cNvSpPr>
            <a:spLocks noGrp="1"/>
          </p:cNvSpPr>
          <p:nvPr>
            <p:ph type="body" sz="quarter" idx="31" hasCustomPrompt="1"/>
          </p:nvPr>
        </p:nvSpPr>
        <p:spPr>
          <a:xfrm>
            <a:off x="3291176"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1" name="Text Placeholder 14">
            <a:extLst>
              <a:ext uri="{FF2B5EF4-FFF2-40B4-BE49-F238E27FC236}">
                <a16:creationId xmlns:a16="http://schemas.microsoft.com/office/drawing/2014/main" id="{4A47908B-3F69-4786-9C40-C12392133F05}"/>
              </a:ext>
            </a:extLst>
          </p:cNvPr>
          <p:cNvSpPr>
            <a:spLocks noGrp="1"/>
          </p:cNvSpPr>
          <p:nvPr>
            <p:ph type="body" sz="quarter" idx="32" hasCustomPrompt="1"/>
          </p:nvPr>
        </p:nvSpPr>
        <p:spPr>
          <a:xfrm>
            <a:off x="4080591"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2" name="Text Placeholder 14">
            <a:extLst>
              <a:ext uri="{FF2B5EF4-FFF2-40B4-BE49-F238E27FC236}">
                <a16:creationId xmlns:a16="http://schemas.microsoft.com/office/drawing/2014/main" id="{378EEBEC-FDBD-4D14-ADCA-4C72B269E993}"/>
              </a:ext>
            </a:extLst>
          </p:cNvPr>
          <p:cNvSpPr>
            <a:spLocks noGrp="1"/>
          </p:cNvSpPr>
          <p:nvPr>
            <p:ph type="body" sz="quarter" idx="33" hasCustomPrompt="1"/>
          </p:nvPr>
        </p:nvSpPr>
        <p:spPr>
          <a:xfrm>
            <a:off x="4810807" y="4871997"/>
            <a:ext cx="61531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3" name="Text Placeholder 14">
            <a:extLst>
              <a:ext uri="{FF2B5EF4-FFF2-40B4-BE49-F238E27FC236}">
                <a16:creationId xmlns:a16="http://schemas.microsoft.com/office/drawing/2014/main" id="{044989A5-8040-43C0-BE05-6A79C3BE6378}"/>
              </a:ext>
            </a:extLst>
          </p:cNvPr>
          <p:cNvSpPr>
            <a:spLocks noGrp="1"/>
          </p:cNvSpPr>
          <p:nvPr>
            <p:ph type="body" sz="quarter" idx="34" hasCustomPrompt="1"/>
          </p:nvPr>
        </p:nvSpPr>
        <p:spPr>
          <a:xfrm>
            <a:off x="5659421"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4" name="Text Placeholder 14">
            <a:extLst>
              <a:ext uri="{FF2B5EF4-FFF2-40B4-BE49-F238E27FC236}">
                <a16:creationId xmlns:a16="http://schemas.microsoft.com/office/drawing/2014/main" id="{52581A3A-F479-4780-81BE-CCBCF398141A}"/>
              </a:ext>
            </a:extLst>
          </p:cNvPr>
          <p:cNvSpPr>
            <a:spLocks noGrp="1"/>
          </p:cNvSpPr>
          <p:nvPr>
            <p:ph type="body" sz="quarter" idx="35" hasCustomPrompt="1"/>
          </p:nvPr>
        </p:nvSpPr>
        <p:spPr>
          <a:xfrm>
            <a:off x="6448836"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5" name="Text Placeholder 14">
            <a:extLst>
              <a:ext uri="{FF2B5EF4-FFF2-40B4-BE49-F238E27FC236}">
                <a16:creationId xmlns:a16="http://schemas.microsoft.com/office/drawing/2014/main" id="{3D361DBA-153A-4846-BDA4-CC63FF94744D}"/>
              </a:ext>
            </a:extLst>
          </p:cNvPr>
          <p:cNvSpPr>
            <a:spLocks noGrp="1"/>
          </p:cNvSpPr>
          <p:nvPr>
            <p:ph type="body" sz="quarter" idx="36" hasCustomPrompt="1"/>
          </p:nvPr>
        </p:nvSpPr>
        <p:spPr>
          <a:xfrm>
            <a:off x="7238251"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6" name="Text Placeholder 14">
            <a:extLst>
              <a:ext uri="{FF2B5EF4-FFF2-40B4-BE49-F238E27FC236}">
                <a16:creationId xmlns:a16="http://schemas.microsoft.com/office/drawing/2014/main" id="{78FB324E-EE00-4CC5-9F81-5EF71F305031}"/>
              </a:ext>
            </a:extLst>
          </p:cNvPr>
          <p:cNvSpPr>
            <a:spLocks noGrp="1"/>
          </p:cNvSpPr>
          <p:nvPr>
            <p:ph type="body" sz="quarter" idx="37" hasCustomPrompt="1"/>
          </p:nvPr>
        </p:nvSpPr>
        <p:spPr>
          <a:xfrm>
            <a:off x="8027666"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7" name="Text Placeholder 14">
            <a:extLst>
              <a:ext uri="{FF2B5EF4-FFF2-40B4-BE49-F238E27FC236}">
                <a16:creationId xmlns:a16="http://schemas.microsoft.com/office/drawing/2014/main" id="{78AA454F-F92D-4844-92A6-A3FEDD88B302}"/>
              </a:ext>
            </a:extLst>
          </p:cNvPr>
          <p:cNvSpPr>
            <a:spLocks noGrp="1"/>
          </p:cNvSpPr>
          <p:nvPr>
            <p:ph type="body" sz="quarter" idx="38" hasCustomPrompt="1"/>
          </p:nvPr>
        </p:nvSpPr>
        <p:spPr>
          <a:xfrm>
            <a:off x="8817081"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8" name="Text Placeholder 14">
            <a:extLst>
              <a:ext uri="{FF2B5EF4-FFF2-40B4-BE49-F238E27FC236}">
                <a16:creationId xmlns:a16="http://schemas.microsoft.com/office/drawing/2014/main" id="{651BCA7B-5BF4-4A0F-95C1-2014315E80B1}"/>
              </a:ext>
            </a:extLst>
          </p:cNvPr>
          <p:cNvSpPr>
            <a:spLocks noGrp="1"/>
          </p:cNvSpPr>
          <p:nvPr>
            <p:ph type="body" sz="quarter" idx="39" hasCustomPrompt="1"/>
          </p:nvPr>
        </p:nvSpPr>
        <p:spPr>
          <a:xfrm>
            <a:off x="9606496"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39" name="Text Placeholder 14">
            <a:extLst>
              <a:ext uri="{FF2B5EF4-FFF2-40B4-BE49-F238E27FC236}">
                <a16:creationId xmlns:a16="http://schemas.microsoft.com/office/drawing/2014/main" id="{7E3F41F1-0E06-45ED-894F-7F38510C2728}"/>
              </a:ext>
            </a:extLst>
          </p:cNvPr>
          <p:cNvSpPr>
            <a:spLocks noGrp="1"/>
          </p:cNvSpPr>
          <p:nvPr>
            <p:ph type="body" sz="quarter" idx="40" hasCustomPrompt="1"/>
          </p:nvPr>
        </p:nvSpPr>
        <p:spPr>
          <a:xfrm>
            <a:off x="10395907" y="4871997"/>
            <a:ext cx="495300" cy="652272"/>
          </a:xfrm>
          <a:prstGeom prst="rect">
            <a:avLst/>
          </a:prstGeom>
        </p:spPr>
        <p:txBody>
          <a:bodyPr/>
          <a:lstStyle>
            <a:lvl1pPr marL="0" indent="0" algn="ctr">
              <a:lnSpc>
                <a:spcPct val="80000"/>
              </a:lnSpc>
              <a:spcBef>
                <a:spcPts val="0"/>
              </a:spcBef>
              <a:buNone/>
              <a:defRPr sz="1200" cap="none" spc="100" baseline="0">
                <a:solidFill>
                  <a:schemeClr val="bg1"/>
                </a:solidFill>
                <a:latin typeface="+mn-lt"/>
              </a:defRPr>
            </a:lvl1pPr>
          </a:lstStyle>
          <a:p>
            <a:pPr lvl="0"/>
            <a:r>
              <a:rPr lang="en-US"/>
              <a:t>Click to add text</a:t>
            </a:r>
          </a:p>
        </p:txBody>
      </p:sp>
      <p:sp>
        <p:nvSpPr>
          <p:cNvPr id="52" name="Text Placeholder 14">
            <a:extLst>
              <a:ext uri="{FF2B5EF4-FFF2-40B4-BE49-F238E27FC236}">
                <a16:creationId xmlns:a16="http://schemas.microsoft.com/office/drawing/2014/main" id="{C02572F8-1812-49D5-B24A-088659DE9FC7}"/>
              </a:ext>
            </a:extLst>
          </p:cNvPr>
          <p:cNvSpPr>
            <a:spLocks noGrp="1"/>
          </p:cNvSpPr>
          <p:nvPr>
            <p:ph type="body" sz="quarter" idx="41" hasCustomPrompt="1"/>
          </p:nvPr>
        </p:nvSpPr>
        <p:spPr>
          <a:xfrm>
            <a:off x="653772" y="2763180"/>
            <a:ext cx="1021001" cy="501726"/>
          </a:xfrm>
          <a:prstGeom prst="rect">
            <a:avLst/>
          </a:prstGeom>
        </p:spPr>
        <p:txBody>
          <a:bodyPr anchor="ctr">
            <a:noAutofit/>
          </a:bodyPr>
          <a:lstStyle>
            <a:lvl1pPr marL="0" indent="0" algn="ctr">
              <a:buNone/>
              <a:defRPr sz="1600" cap="all" spc="100" baseline="0">
                <a:solidFill>
                  <a:schemeClr val="bg1"/>
                </a:solidFill>
                <a:latin typeface="+mj-lt"/>
              </a:defRPr>
            </a:lvl1pPr>
          </a:lstStyle>
          <a:p>
            <a:pPr lvl="0"/>
            <a:r>
              <a:rPr lang="en-US"/>
              <a:t>Add year</a:t>
            </a:r>
          </a:p>
        </p:txBody>
      </p:sp>
      <p:sp>
        <p:nvSpPr>
          <p:cNvPr id="53" name="Text Placeholder 14">
            <a:extLst>
              <a:ext uri="{FF2B5EF4-FFF2-40B4-BE49-F238E27FC236}">
                <a16:creationId xmlns:a16="http://schemas.microsoft.com/office/drawing/2014/main" id="{453EA1A1-A67D-4132-9EA0-584E8FA796C3}"/>
              </a:ext>
            </a:extLst>
          </p:cNvPr>
          <p:cNvSpPr>
            <a:spLocks noGrp="1"/>
          </p:cNvSpPr>
          <p:nvPr>
            <p:ph type="body" sz="quarter" idx="42" hasCustomPrompt="1"/>
          </p:nvPr>
        </p:nvSpPr>
        <p:spPr>
          <a:xfrm>
            <a:off x="653772" y="4449967"/>
            <a:ext cx="1021001" cy="501726"/>
          </a:xfrm>
          <a:prstGeom prst="rect">
            <a:avLst/>
          </a:prstGeom>
        </p:spPr>
        <p:txBody>
          <a:bodyPr anchor="ctr">
            <a:noAutofit/>
          </a:bodyPr>
          <a:lstStyle>
            <a:lvl1pPr marL="0" indent="0" algn="ctr">
              <a:buNone/>
              <a:defRPr sz="1600" cap="all" spc="100" baseline="0">
                <a:solidFill>
                  <a:schemeClr val="bg1"/>
                </a:solidFill>
                <a:latin typeface="+mj-lt"/>
              </a:defRPr>
            </a:lvl1pPr>
          </a:lstStyle>
          <a:p>
            <a:pPr lvl="0"/>
            <a:r>
              <a:rPr lang="en-US"/>
              <a:t>Add year</a:t>
            </a:r>
          </a:p>
        </p:txBody>
      </p:sp>
      <p:sp>
        <p:nvSpPr>
          <p:cNvPr id="54" name="Text Placeholder 14">
            <a:extLst>
              <a:ext uri="{FF2B5EF4-FFF2-40B4-BE49-F238E27FC236}">
                <a16:creationId xmlns:a16="http://schemas.microsoft.com/office/drawing/2014/main" id="{658BFCC4-C261-4874-8195-FDA3C5001E05}"/>
              </a:ext>
            </a:extLst>
          </p:cNvPr>
          <p:cNvSpPr>
            <a:spLocks noGrp="1"/>
          </p:cNvSpPr>
          <p:nvPr>
            <p:ph type="body" sz="quarter" idx="43" hasCustomPrompt="1"/>
          </p:nvPr>
        </p:nvSpPr>
        <p:spPr>
          <a:xfrm>
            <a:off x="2029367" y="2071320"/>
            <a:ext cx="1440088" cy="598827"/>
          </a:xfrm>
          <a:prstGeom prst="rect">
            <a:avLst/>
          </a:prstGeom>
        </p:spPr>
        <p:txBody>
          <a:bodyPr anchor="b"/>
          <a:lstStyle>
            <a:lvl1pPr marL="0" indent="0" algn="ctr">
              <a:lnSpc>
                <a:spcPct val="100000"/>
              </a:lnSpc>
              <a:spcBef>
                <a:spcPts val="0"/>
              </a:spcBef>
              <a:buNone/>
              <a:defRPr sz="1400" cap="none" spc="100" baseline="0">
                <a:solidFill>
                  <a:schemeClr val="bg1"/>
                </a:solidFill>
                <a:latin typeface="+mn-lt"/>
              </a:defRPr>
            </a:lvl1pPr>
          </a:lstStyle>
          <a:p>
            <a:pPr lvl="0"/>
            <a:r>
              <a:rPr lang="en-US"/>
              <a:t>Click to add text</a:t>
            </a:r>
          </a:p>
        </p:txBody>
      </p:sp>
      <p:sp>
        <p:nvSpPr>
          <p:cNvPr id="55" name="Text Placeholder 14">
            <a:extLst>
              <a:ext uri="{FF2B5EF4-FFF2-40B4-BE49-F238E27FC236}">
                <a16:creationId xmlns:a16="http://schemas.microsoft.com/office/drawing/2014/main" id="{158708C7-ABA0-43E5-BB89-A1B7B2C45233}"/>
              </a:ext>
            </a:extLst>
          </p:cNvPr>
          <p:cNvSpPr>
            <a:spLocks noGrp="1"/>
          </p:cNvSpPr>
          <p:nvPr>
            <p:ph type="body" sz="quarter" idx="44" hasCustomPrompt="1"/>
          </p:nvPr>
        </p:nvSpPr>
        <p:spPr>
          <a:xfrm>
            <a:off x="4397612" y="2071320"/>
            <a:ext cx="1440088" cy="598827"/>
          </a:xfrm>
          <a:prstGeom prst="rect">
            <a:avLst/>
          </a:prstGeom>
        </p:spPr>
        <p:txBody>
          <a:bodyPr anchor="b"/>
          <a:lstStyle>
            <a:lvl1pPr marL="0" indent="0" algn="ctr">
              <a:lnSpc>
                <a:spcPct val="100000"/>
              </a:lnSpc>
              <a:spcBef>
                <a:spcPts val="0"/>
              </a:spcBef>
              <a:buNone/>
              <a:defRPr sz="1400" cap="none" spc="100" baseline="0">
                <a:solidFill>
                  <a:schemeClr val="bg1"/>
                </a:solidFill>
                <a:latin typeface="+mn-lt"/>
              </a:defRPr>
            </a:lvl1pPr>
          </a:lstStyle>
          <a:p>
            <a:pPr lvl="0"/>
            <a:r>
              <a:rPr lang="en-US"/>
              <a:t>Click to add text</a:t>
            </a:r>
          </a:p>
        </p:txBody>
      </p:sp>
      <p:sp>
        <p:nvSpPr>
          <p:cNvPr id="56" name="Text Placeholder 14">
            <a:extLst>
              <a:ext uri="{FF2B5EF4-FFF2-40B4-BE49-F238E27FC236}">
                <a16:creationId xmlns:a16="http://schemas.microsoft.com/office/drawing/2014/main" id="{2AE59213-95B1-4597-AD8C-D55D96D561EA}"/>
              </a:ext>
            </a:extLst>
          </p:cNvPr>
          <p:cNvSpPr>
            <a:spLocks noGrp="1"/>
          </p:cNvSpPr>
          <p:nvPr>
            <p:ph type="body" sz="quarter" idx="45" hasCustomPrompt="1"/>
          </p:nvPr>
        </p:nvSpPr>
        <p:spPr>
          <a:xfrm>
            <a:off x="8344687" y="2071320"/>
            <a:ext cx="1440088" cy="598827"/>
          </a:xfrm>
          <a:prstGeom prst="rect">
            <a:avLst/>
          </a:prstGeom>
        </p:spPr>
        <p:txBody>
          <a:bodyPr anchor="b"/>
          <a:lstStyle>
            <a:lvl1pPr marL="0" indent="0" algn="ctr">
              <a:lnSpc>
                <a:spcPct val="100000"/>
              </a:lnSpc>
              <a:spcBef>
                <a:spcPts val="0"/>
              </a:spcBef>
              <a:buNone/>
              <a:defRPr sz="1400" cap="none" spc="100" baseline="0">
                <a:solidFill>
                  <a:schemeClr val="bg1"/>
                </a:solidFill>
                <a:latin typeface="+mn-lt"/>
              </a:defRPr>
            </a:lvl1pPr>
          </a:lstStyle>
          <a:p>
            <a:pPr lvl="0"/>
            <a:r>
              <a:rPr lang="en-US"/>
              <a:t>Click to add text</a:t>
            </a:r>
          </a:p>
        </p:txBody>
      </p:sp>
      <p:sp>
        <p:nvSpPr>
          <p:cNvPr id="57" name="Text Placeholder 14">
            <a:extLst>
              <a:ext uri="{FF2B5EF4-FFF2-40B4-BE49-F238E27FC236}">
                <a16:creationId xmlns:a16="http://schemas.microsoft.com/office/drawing/2014/main" id="{2B9A460E-592F-41EA-9F9C-8953AFAC2236}"/>
              </a:ext>
            </a:extLst>
          </p:cNvPr>
          <p:cNvSpPr>
            <a:spLocks noGrp="1"/>
          </p:cNvSpPr>
          <p:nvPr>
            <p:ph type="body" sz="quarter" idx="46" hasCustomPrompt="1"/>
          </p:nvPr>
        </p:nvSpPr>
        <p:spPr>
          <a:xfrm>
            <a:off x="2029367" y="3862599"/>
            <a:ext cx="1440088" cy="549318"/>
          </a:xfrm>
          <a:prstGeom prst="rect">
            <a:avLst/>
          </a:prstGeom>
        </p:spPr>
        <p:txBody>
          <a:bodyPr anchor="b"/>
          <a:lstStyle>
            <a:lvl1pPr marL="0" indent="0" algn="ctr">
              <a:lnSpc>
                <a:spcPct val="100000"/>
              </a:lnSpc>
              <a:spcBef>
                <a:spcPts val="0"/>
              </a:spcBef>
              <a:buNone/>
              <a:defRPr sz="1400" cap="none" spc="100" baseline="0">
                <a:solidFill>
                  <a:schemeClr val="bg1"/>
                </a:solidFill>
                <a:latin typeface="+mn-lt"/>
              </a:defRPr>
            </a:lvl1pPr>
          </a:lstStyle>
          <a:p>
            <a:pPr lvl="0"/>
            <a:r>
              <a:rPr lang="en-US"/>
              <a:t>Click to add text</a:t>
            </a:r>
          </a:p>
        </p:txBody>
      </p:sp>
      <p:sp>
        <p:nvSpPr>
          <p:cNvPr id="58" name="Text Placeholder 14">
            <a:extLst>
              <a:ext uri="{FF2B5EF4-FFF2-40B4-BE49-F238E27FC236}">
                <a16:creationId xmlns:a16="http://schemas.microsoft.com/office/drawing/2014/main" id="{3065B3A8-F99B-47E6-B517-D93AC0FC4501}"/>
              </a:ext>
            </a:extLst>
          </p:cNvPr>
          <p:cNvSpPr>
            <a:spLocks noGrp="1"/>
          </p:cNvSpPr>
          <p:nvPr>
            <p:ph type="body" sz="quarter" idx="47" hasCustomPrompt="1"/>
          </p:nvPr>
        </p:nvSpPr>
        <p:spPr>
          <a:xfrm>
            <a:off x="5976442" y="3862599"/>
            <a:ext cx="1440088" cy="549318"/>
          </a:xfrm>
          <a:prstGeom prst="rect">
            <a:avLst/>
          </a:prstGeom>
        </p:spPr>
        <p:txBody>
          <a:bodyPr anchor="b"/>
          <a:lstStyle>
            <a:lvl1pPr marL="0" indent="0" algn="ctr">
              <a:lnSpc>
                <a:spcPct val="100000"/>
              </a:lnSpc>
              <a:spcBef>
                <a:spcPts val="0"/>
              </a:spcBef>
              <a:buNone/>
              <a:defRPr sz="1400" b="1" cap="none" spc="100" baseline="0">
                <a:solidFill>
                  <a:schemeClr val="accent6"/>
                </a:solidFill>
                <a:latin typeface="+mn-lt"/>
              </a:defRPr>
            </a:lvl1pPr>
          </a:lstStyle>
          <a:p>
            <a:pPr lvl="0"/>
            <a:r>
              <a:rPr lang="en-US"/>
              <a:t>Click to add text</a:t>
            </a:r>
          </a:p>
        </p:txBody>
      </p:sp>
      <p:sp>
        <p:nvSpPr>
          <p:cNvPr id="59" name="Text Placeholder 14">
            <a:extLst>
              <a:ext uri="{FF2B5EF4-FFF2-40B4-BE49-F238E27FC236}">
                <a16:creationId xmlns:a16="http://schemas.microsoft.com/office/drawing/2014/main" id="{B2187073-BC0A-4137-A204-D35C44CD7F87}"/>
              </a:ext>
            </a:extLst>
          </p:cNvPr>
          <p:cNvSpPr>
            <a:spLocks noGrp="1"/>
          </p:cNvSpPr>
          <p:nvPr>
            <p:ph type="body" sz="quarter" idx="48" hasCustomPrompt="1"/>
          </p:nvPr>
        </p:nvSpPr>
        <p:spPr>
          <a:xfrm>
            <a:off x="9923517" y="3862599"/>
            <a:ext cx="1440088" cy="549318"/>
          </a:xfrm>
          <a:prstGeom prst="rect">
            <a:avLst/>
          </a:prstGeom>
        </p:spPr>
        <p:txBody>
          <a:bodyPr anchor="b"/>
          <a:lstStyle>
            <a:lvl1pPr marL="0" indent="0" algn="ctr">
              <a:lnSpc>
                <a:spcPct val="100000"/>
              </a:lnSpc>
              <a:spcBef>
                <a:spcPts val="0"/>
              </a:spcBef>
              <a:buNone/>
              <a:defRPr sz="1400" cap="none" spc="100" baseline="0">
                <a:solidFill>
                  <a:schemeClr val="bg1"/>
                </a:solidFill>
                <a:latin typeface="+mn-lt"/>
              </a:defRPr>
            </a:lvl1pPr>
          </a:lstStyle>
          <a:p>
            <a:pPr lvl="0"/>
            <a:r>
              <a:rPr lang="en-US"/>
              <a:t>Click to add text</a:t>
            </a:r>
          </a:p>
        </p:txBody>
      </p:sp>
      <p:sp>
        <p:nvSpPr>
          <p:cNvPr id="40" name="Title 1">
            <a:extLst>
              <a:ext uri="{FF2B5EF4-FFF2-40B4-BE49-F238E27FC236}">
                <a16:creationId xmlns:a16="http://schemas.microsoft.com/office/drawing/2014/main" id="{35F35AF6-FBA2-4CA2-8A1F-2C977E6C9754}"/>
              </a:ext>
            </a:extLst>
          </p:cNvPr>
          <p:cNvSpPr>
            <a:spLocks noGrp="1"/>
          </p:cNvSpPr>
          <p:nvPr>
            <p:ph type="title" hasCustomPrompt="1"/>
          </p:nvPr>
        </p:nvSpPr>
        <p:spPr>
          <a:xfrm>
            <a:off x="2451534" y="989042"/>
            <a:ext cx="7287768" cy="630936"/>
          </a:xfrm>
        </p:spPr>
        <p:txBody>
          <a:bodyPr anchor="t">
            <a:noAutofit/>
          </a:bodyPr>
          <a:lstStyle>
            <a:lvl1pPr algn="ctr">
              <a:lnSpc>
                <a:spcPct val="125000"/>
              </a:lnSpc>
              <a:defRPr sz="2800">
                <a:ln w="19050">
                  <a:solidFill>
                    <a:schemeClr val="bg1"/>
                  </a:solidFill>
                </a:ln>
              </a:defRPr>
            </a:lvl1pPr>
          </a:lstStyle>
          <a:p>
            <a:r>
              <a:rPr lang="en-US" dirty="0"/>
              <a:t>Click to add title</a:t>
            </a:r>
          </a:p>
        </p:txBody>
      </p:sp>
    </p:spTree>
    <p:extLst>
      <p:ext uri="{BB962C8B-B14F-4D97-AF65-F5344CB8AC3E}">
        <p14:creationId xmlns:p14="http://schemas.microsoft.com/office/powerpoint/2010/main" val="24710790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Financials">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5C89BE0-E34D-48FA-8ED2-CA69BFBC4FB6}"/>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13" name="Picture Placeholder 7">
            <a:extLst>
              <a:ext uri="{FF2B5EF4-FFF2-40B4-BE49-F238E27FC236}">
                <a16:creationId xmlns:a16="http://schemas.microsoft.com/office/drawing/2014/main" id="{AB20A778-FBFD-4ED2-8E9B-6645F59A4D16}"/>
              </a:ext>
            </a:extLst>
          </p:cNvPr>
          <p:cNvSpPr>
            <a:spLocks noGrp="1"/>
          </p:cNvSpPr>
          <p:nvPr>
            <p:ph type="pic" sz="quarter" idx="14" hasCustomPrompt="1"/>
          </p:nvPr>
        </p:nvSpPr>
        <p:spPr>
          <a:xfrm>
            <a:off x="7179732" y="0"/>
            <a:ext cx="5012268" cy="6867376"/>
          </a:xfrm>
        </p:spPr>
        <p:txBody>
          <a:bodyPr/>
          <a:lstStyle>
            <a:lvl1pPr marL="0" indent="0" algn="ctr">
              <a:buNone/>
              <a:defRPr>
                <a:solidFill>
                  <a:schemeClr val="bg1"/>
                </a:solidFill>
              </a:defRPr>
            </a:lvl1pPr>
          </a:lstStyle>
          <a:p>
            <a:r>
              <a:rPr lang="en-US" dirty="0"/>
              <a:t>Click to add photo</a:t>
            </a:r>
          </a:p>
        </p:txBody>
      </p:sp>
      <p:sp>
        <p:nvSpPr>
          <p:cNvPr id="8" name="Picture Placeholder 7">
            <a:extLst>
              <a:ext uri="{FF2B5EF4-FFF2-40B4-BE49-F238E27FC236}">
                <a16:creationId xmlns:a16="http://schemas.microsoft.com/office/drawing/2014/main" id="{3B12CF59-4802-4969-8645-8E2014DF0AB6}"/>
              </a:ext>
            </a:extLst>
          </p:cNvPr>
          <p:cNvSpPr>
            <a:spLocks noGrp="1"/>
          </p:cNvSpPr>
          <p:nvPr>
            <p:ph type="pic" sz="quarter" idx="13" hasCustomPrompt="1"/>
          </p:nvPr>
        </p:nvSpPr>
        <p:spPr>
          <a:xfrm>
            <a:off x="7179732" y="0"/>
            <a:ext cx="5012267" cy="6867376"/>
          </a:xfrm>
        </p:spPr>
        <p:txBody>
          <a:bodyPr/>
          <a:lstStyle>
            <a:lvl1pPr marL="0" indent="0" algn="ctr">
              <a:buNone/>
              <a:defRPr>
                <a:solidFill>
                  <a:schemeClr val="bg1"/>
                </a:solidFill>
              </a:defRPr>
            </a:lvl1pPr>
          </a:lstStyle>
          <a:p>
            <a:r>
              <a:rPr lang="en-US" dirty="0"/>
              <a:t>Click to add photo</a:t>
            </a:r>
          </a:p>
        </p:txBody>
      </p:sp>
      <p:sp>
        <p:nvSpPr>
          <p:cNvPr id="3" name="Date Placeholder 2">
            <a:extLst>
              <a:ext uri="{FF2B5EF4-FFF2-40B4-BE49-F238E27FC236}">
                <a16:creationId xmlns:a16="http://schemas.microsoft.com/office/drawing/2014/main" id="{523CB959-A5D6-4887-9B77-916F0EA10660}"/>
              </a:ext>
            </a:extLst>
          </p:cNvPr>
          <p:cNvSpPr>
            <a:spLocks noGrp="1"/>
          </p:cNvSpPr>
          <p:nvPr>
            <p:ph type="dt" sz="half" idx="10"/>
          </p:nvPr>
        </p:nvSpPr>
        <p:spPr/>
        <p:txBody>
          <a:bodyPr/>
          <a:lstStyle/>
          <a:p>
            <a:r>
              <a:rPr lang="en-US" dirty="0"/>
              <a:t>8/06/20XX</a:t>
            </a:r>
          </a:p>
        </p:txBody>
      </p:sp>
      <p:sp>
        <p:nvSpPr>
          <p:cNvPr id="4" name="Footer Placeholder 3">
            <a:extLst>
              <a:ext uri="{FF2B5EF4-FFF2-40B4-BE49-F238E27FC236}">
                <a16:creationId xmlns:a16="http://schemas.microsoft.com/office/drawing/2014/main" id="{E8C0AFFF-66EA-44D7-828D-244A190B13B2}"/>
              </a:ext>
            </a:extLst>
          </p:cNvPr>
          <p:cNvSpPr>
            <a:spLocks noGrp="1"/>
          </p:cNvSpPr>
          <p:nvPr>
            <p:ph type="ftr" sz="quarter" idx="1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4D589006-A738-42A2-B328-34F70A778A89}"/>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11" name="Title 1">
            <a:extLst>
              <a:ext uri="{FF2B5EF4-FFF2-40B4-BE49-F238E27FC236}">
                <a16:creationId xmlns:a16="http://schemas.microsoft.com/office/drawing/2014/main" id="{473E75D8-7274-49D2-8CF2-0E990C29CCA7}"/>
              </a:ext>
            </a:extLst>
          </p:cNvPr>
          <p:cNvSpPr>
            <a:spLocks noGrp="1"/>
          </p:cNvSpPr>
          <p:nvPr>
            <p:ph type="title" hasCustomPrompt="1"/>
          </p:nvPr>
        </p:nvSpPr>
        <p:spPr>
          <a:xfrm>
            <a:off x="793750" y="715939"/>
            <a:ext cx="4864608" cy="365760"/>
          </a:xfrm>
        </p:spPr>
        <p:txBody>
          <a:bodyPr anchor="t">
            <a:noAutofit/>
          </a:bodyPr>
          <a:lstStyle>
            <a:lvl1pPr>
              <a:defRPr sz="2800">
                <a:ln w="19050">
                  <a:solidFill>
                    <a:schemeClr val="bg1"/>
                  </a:solidFill>
                </a:ln>
              </a:defRPr>
            </a:lvl1pPr>
          </a:lstStyle>
          <a:p>
            <a:r>
              <a:rPr lang="en-US" dirty="0"/>
              <a:t>Click to add title</a:t>
            </a:r>
          </a:p>
        </p:txBody>
      </p:sp>
      <p:sp>
        <p:nvSpPr>
          <p:cNvPr id="6" name="Content Placeholder 5">
            <a:extLst>
              <a:ext uri="{FF2B5EF4-FFF2-40B4-BE49-F238E27FC236}">
                <a16:creationId xmlns:a16="http://schemas.microsoft.com/office/drawing/2014/main" id="{28591683-9C5C-45D2-A241-FC48B66B50DB}"/>
              </a:ext>
            </a:extLst>
          </p:cNvPr>
          <p:cNvSpPr>
            <a:spLocks noGrp="1"/>
          </p:cNvSpPr>
          <p:nvPr>
            <p:ph sz="quarter" idx="15"/>
          </p:nvPr>
        </p:nvSpPr>
        <p:spPr>
          <a:xfrm>
            <a:off x="793750" y="1238250"/>
            <a:ext cx="5422392" cy="459028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005745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Market Comparison">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6D8EB4-0AAB-4C86-96ED-AB74FA56A674}"/>
              </a:ext>
            </a:extLst>
          </p:cNvPr>
          <p:cNvPicPr>
            <a:picLocks noChangeAspect="1"/>
          </p:cNvPicPr>
          <p:nvPr userDrawn="1"/>
        </p:nvPicPr>
        <p:blipFill>
          <a:blip r:embed="rId2"/>
          <a:stretch>
            <a:fillRect/>
          </a:stretch>
        </p:blipFill>
        <p:spPr>
          <a:xfrm>
            <a:off x="1690" y="0"/>
            <a:ext cx="12188620" cy="6858000"/>
          </a:xfrm>
          <a:prstGeom prst="rect">
            <a:avLst/>
          </a:prstGeom>
        </p:spPr>
      </p:pic>
      <p:sp>
        <p:nvSpPr>
          <p:cNvPr id="10" name="Picture Placeholder 7">
            <a:extLst>
              <a:ext uri="{FF2B5EF4-FFF2-40B4-BE49-F238E27FC236}">
                <a16:creationId xmlns:a16="http://schemas.microsoft.com/office/drawing/2014/main" id="{5DEE423F-FC4A-461D-8AA7-F7C14B806664}"/>
              </a:ext>
            </a:extLst>
          </p:cNvPr>
          <p:cNvSpPr>
            <a:spLocks noGrp="1"/>
          </p:cNvSpPr>
          <p:nvPr>
            <p:ph type="pic" sz="quarter" idx="13" hasCustomPrompt="1"/>
          </p:nvPr>
        </p:nvSpPr>
        <p:spPr>
          <a:xfrm>
            <a:off x="0" y="0"/>
            <a:ext cx="5334461" cy="6867376"/>
          </a:xfrm>
        </p:spPr>
        <p:txBody>
          <a:bodyPr/>
          <a:lstStyle>
            <a:lvl1pPr marL="0" indent="0" algn="ctr">
              <a:buNone/>
              <a:defRPr>
                <a:solidFill>
                  <a:schemeClr val="bg1"/>
                </a:solidFill>
              </a:defRPr>
            </a:lvl1pPr>
          </a:lstStyle>
          <a:p>
            <a:r>
              <a:rPr lang="en-US" dirty="0"/>
              <a:t>Click to add photo</a:t>
            </a:r>
          </a:p>
        </p:txBody>
      </p:sp>
      <p:sp>
        <p:nvSpPr>
          <p:cNvPr id="4" name="Date Placeholder 3">
            <a:extLst>
              <a:ext uri="{FF2B5EF4-FFF2-40B4-BE49-F238E27FC236}">
                <a16:creationId xmlns:a16="http://schemas.microsoft.com/office/drawing/2014/main" id="{A77D30EC-51F8-4EBE-9AC8-349D6E064E20}"/>
              </a:ext>
            </a:extLst>
          </p:cNvPr>
          <p:cNvSpPr>
            <a:spLocks noGrp="1"/>
          </p:cNvSpPr>
          <p:nvPr>
            <p:ph type="dt" sz="half" idx="10"/>
          </p:nvPr>
        </p:nvSpPr>
        <p:spPr/>
        <p:txBody>
          <a:bodyPr/>
          <a:lstStyle/>
          <a:p>
            <a:r>
              <a:rPr lang="en-US" dirty="0"/>
              <a:t>8/06/20XX</a:t>
            </a:r>
          </a:p>
        </p:txBody>
      </p:sp>
      <p:sp>
        <p:nvSpPr>
          <p:cNvPr id="14" name="Text Placeholder 10">
            <a:extLst>
              <a:ext uri="{FF2B5EF4-FFF2-40B4-BE49-F238E27FC236}">
                <a16:creationId xmlns:a16="http://schemas.microsoft.com/office/drawing/2014/main" id="{9EF7FC71-AF21-4CDA-8E86-E05EB4F1C442}"/>
              </a:ext>
            </a:extLst>
          </p:cNvPr>
          <p:cNvSpPr>
            <a:spLocks noGrp="1"/>
          </p:cNvSpPr>
          <p:nvPr>
            <p:ph type="body" sz="quarter" idx="18" hasCustomPrompt="1"/>
          </p:nvPr>
        </p:nvSpPr>
        <p:spPr>
          <a:xfrm>
            <a:off x="6353468" y="3260492"/>
            <a:ext cx="1152144" cy="768096"/>
          </a:xfrm>
          <a:prstGeom prst="rect">
            <a:avLst/>
          </a:prstGeom>
          <a:ln w="28575">
            <a:solidFill>
              <a:schemeClr val="accent5">
                <a:lumMod val="40000"/>
                <a:lumOff val="60000"/>
              </a:schemeClr>
            </a:solidFill>
          </a:ln>
        </p:spPr>
        <p:txBody>
          <a:bodyPr anchor="ctr"/>
          <a:lstStyle>
            <a:lvl1pPr marL="0" indent="0" algn="ctr">
              <a:buNone/>
              <a:defRPr sz="2400" cap="all" spc="100" baseline="0">
                <a:solidFill>
                  <a:schemeClr val="accent5">
                    <a:lumMod val="20000"/>
                    <a:lumOff val="80000"/>
                  </a:schemeClr>
                </a:solidFill>
                <a:latin typeface="+mj-lt"/>
              </a:defRPr>
            </a:lvl1pPr>
          </a:lstStyle>
          <a:p>
            <a:pPr lvl="0"/>
            <a:r>
              <a:rPr lang="en-US" dirty="0"/>
              <a:t>$2B</a:t>
            </a:r>
          </a:p>
        </p:txBody>
      </p:sp>
      <p:sp>
        <p:nvSpPr>
          <p:cNvPr id="5" name="Footer Placeholder 4">
            <a:extLst>
              <a:ext uri="{FF2B5EF4-FFF2-40B4-BE49-F238E27FC236}">
                <a16:creationId xmlns:a16="http://schemas.microsoft.com/office/drawing/2014/main" id="{9FE21B81-6A13-47D5-AD62-B1B0E4868044}"/>
              </a:ext>
            </a:extLst>
          </p:cNvPr>
          <p:cNvSpPr>
            <a:spLocks noGrp="1"/>
          </p:cNvSpPr>
          <p:nvPr>
            <p:ph type="ftr" sz="quarter" idx="11"/>
          </p:nvPr>
        </p:nvSpPr>
        <p:spPr/>
        <p:txBody>
          <a:bodyPr/>
          <a:lstStyle/>
          <a:p>
            <a:r>
              <a:rPr lang="en-US" dirty="0"/>
              <a:t>PITCH DECK</a:t>
            </a:r>
          </a:p>
        </p:txBody>
      </p:sp>
      <p:sp>
        <p:nvSpPr>
          <p:cNvPr id="6" name="Slide Number Placeholder 5">
            <a:extLst>
              <a:ext uri="{FF2B5EF4-FFF2-40B4-BE49-F238E27FC236}">
                <a16:creationId xmlns:a16="http://schemas.microsoft.com/office/drawing/2014/main" id="{E12BB476-8DFF-468F-B950-1F980EB4D5CD}"/>
              </a:ext>
            </a:extLst>
          </p:cNvPr>
          <p:cNvSpPr>
            <a:spLocks noGrp="1"/>
          </p:cNvSpPr>
          <p:nvPr>
            <p:ph type="sldNum" sz="quarter" idx="12"/>
          </p:nvPr>
        </p:nvSpPr>
        <p:spPr/>
        <p:txBody>
          <a:bodyPr/>
          <a:lstStyle/>
          <a:p>
            <a:fld id="{A402E4C0-AD5E-4E8C-9F21-7CCE474BDCEB}" type="slidenum">
              <a:rPr lang="en-US" smtClean="0"/>
              <a:t>‹#›</a:t>
            </a:fld>
            <a:endParaRPr lang="en-US" dirty="0"/>
          </a:p>
        </p:txBody>
      </p:sp>
      <p:sp>
        <p:nvSpPr>
          <p:cNvPr id="16" name="Text Placeholder 10">
            <a:extLst>
              <a:ext uri="{FF2B5EF4-FFF2-40B4-BE49-F238E27FC236}">
                <a16:creationId xmlns:a16="http://schemas.microsoft.com/office/drawing/2014/main" id="{BF893A53-04CF-497B-9C3D-502C92BA0DAE}"/>
              </a:ext>
            </a:extLst>
          </p:cNvPr>
          <p:cNvSpPr>
            <a:spLocks noGrp="1"/>
          </p:cNvSpPr>
          <p:nvPr>
            <p:ph type="body" sz="quarter" idx="20" hasCustomPrompt="1"/>
          </p:nvPr>
        </p:nvSpPr>
        <p:spPr>
          <a:xfrm>
            <a:off x="6353467" y="4773463"/>
            <a:ext cx="1152144" cy="768096"/>
          </a:xfrm>
          <a:prstGeom prst="rect">
            <a:avLst/>
          </a:prstGeom>
          <a:ln w="28575">
            <a:solidFill>
              <a:schemeClr val="accent5">
                <a:lumMod val="40000"/>
                <a:lumOff val="60000"/>
              </a:schemeClr>
            </a:solidFill>
          </a:ln>
        </p:spPr>
        <p:txBody>
          <a:bodyPr anchor="ctr"/>
          <a:lstStyle>
            <a:lvl1pPr marL="0" indent="0" algn="ctr">
              <a:buNone/>
              <a:defRPr sz="2400" cap="all" spc="100" baseline="0">
                <a:solidFill>
                  <a:schemeClr val="accent5">
                    <a:lumMod val="20000"/>
                    <a:lumOff val="80000"/>
                  </a:schemeClr>
                </a:solidFill>
                <a:latin typeface="+mj-lt"/>
              </a:defRPr>
            </a:lvl1pPr>
          </a:lstStyle>
          <a:p>
            <a:pPr lvl="0"/>
            <a:r>
              <a:rPr lang="en-US" dirty="0"/>
              <a:t>$1B</a:t>
            </a:r>
          </a:p>
        </p:txBody>
      </p:sp>
      <p:sp>
        <p:nvSpPr>
          <p:cNvPr id="11" name="Text Placeholder 10">
            <a:extLst>
              <a:ext uri="{FF2B5EF4-FFF2-40B4-BE49-F238E27FC236}">
                <a16:creationId xmlns:a16="http://schemas.microsoft.com/office/drawing/2014/main" id="{58BD5CDD-220E-41E0-82DD-820C0D834A48}"/>
              </a:ext>
            </a:extLst>
          </p:cNvPr>
          <p:cNvSpPr>
            <a:spLocks noGrp="1"/>
          </p:cNvSpPr>
          <p:nvPr>
            <p:ph type="body" sz="quarter" idx="27" hasCustomPrompt="1"/>
          </p:nvPr>
        </p:nvSpPr>
        <p:spPr>
          <a:xfrm>
            <a:off x="7817970" y="1609772"/>
            <a:ext cx="3365003" cy="1171533"/>
          </a:xfrm>
          <a:prstGeom prst="rect">
            <a:avLst/>
          </a:prstGeom>
        </p:spPr>
        <p:txBody>
          <a:bodyPr anchor="t">
            <a:noAutofit/>
          </a:bodyPr>
          <a:lstStyle>
            <a:lvl1pPr marL="0" indent="0" algn="l">
              <a:lnSpc>
                <a:spcPct val="125000"/>
              </a:lnSpc>
              <a:spcBef>
                <a:spcPts val="500"/>
              </a:spcBef>
              <a:buNone/>
              <a:defRPr sz="1400" cap="none" spc="100" baseline="0">
                <a:solidFill>
                  <a:schemeClr val="bg1"/>
                </a:solidFill>
                <a:latin typeface="+mn-lt"/>
              </a:defRPr>
            </a:lvl1pPr>
          </a:lstStyle>
          <a:p>
            <a:pPr lvl="0"/>
            <a:r>
              <a:rPr lang="en-US" dirty="0"/>
              <a:t>Click to add text</a:t>
            </a:r>
          </a:p>
        </p:txBody>
      </p:sp>
      <p:sp>
        <p:nvSpPr>
          <p:cNvPr id="12" name="Text Placeholder 10">
            <a:extLst>
              <a:ext uri="{FF2B5EF4-FFF2-40B4-BE49-F238E27FC236}">
                <a16:creationId xmlns:a16="http://schemas.microsoft.com/office/drawing/2014/main" id="{253384AB-173D-4216-A221-BFA565FC127C}"/>
              </a:ext>
            </a:extLst>
          </p:cNvPr>
          <p:cNvSpPr>
            <a:spLocks noGrp="1"/>
          </p:cNvSpPr>
          <p:nvPr>
            <p:ph type="body" sz="quarter" idx="16" hasCustomPrompt="1"/>
          </p:nvPr>
        </p:nvSpPr>
        <p:spPr>
          <a:xfrm>
            <a:off x="6347375" y="1747520"/>
            <a:ext cx="1152144" cy="768096"/>
          </a:xfrm>
          <a:prstGeom prst="rect">
            <a:avLst/>
          </a:prstGeom>
          <a:ln w="28575">
            <a:solidFill>
              <a:schemeClr val="accent5">
                <a:lumMod val="40000"/>
                <a:lumOff val="60000"/>
              </a:schemeClr>
            </a:solidFill>
          </a:ln>
        </p:spPr>
        <p:txBody>
          <a:bodyPr anchor="ctr"/>
          <a:lstStyle>
            <a:lvl1pPr marL="0" indent="0" algn="ctr">
              <a:buNone/>
              <a:defRPr sz="2400" cap="all" spc="100" baseline="0">
                <a:solidFill>
                  <a:schemeClr val="accent5">
                    <a:lumMod val="20000"/>
                    <a:lumOff val="80000"/>
                  </a:schemeClr>
                </a:solidFill>
                <a:latin typeface="+mj-lt"/>
              </a:defRPr>
            </a:lvl1pPr>
          </a:lstStyle>
          <a:p>
            <a:pPr lvl="0"/>
            <a:r>
              <a:rPr lang="en-US" dirty="0"/>
              <a:t>$3B</a:t>
            </a:r>
          </a:p>
        </p:txBody>
      </p:sp>
      <p:sp>
        <p:nvSpPr>
          <p:cNvPr id="20" name="Text Placeholder 10">
            <a:extLst>
              <a:ext uri="{FF2B5EF4-FFF2-40B4-BE49-F238E27FC236}">
                <a16:creationId xmlns:a16="http://schemas.microsoft.com/office/drawing/2014/main" id="{45638026-D669-4C2A-82A4-5F35D27DCA4D}"/>
              </a:ext>
            </a:extLst>
          </p:cNvPr>
          <p:cNvSpPr>
            <a:spLocks noGrp="1"/>
          </p:cNvSpPr>
          <p:nvPr>
            <p:ph type="body" sz="quarter" idx="28" hasCustomPrompt="1"/>
          </p:nvPr>
        </p:nvSpPr>
        <p:spPr>
          <a:xfrm>
            <a:off x="7817970" y="3129515"/>
            <a:ext cx="3365003" cy="1170432"/>
          </a:xfrm>
          <a:prstGeom prst="rect">
            <a:avLst/>
          </a:prstGeom>
        </p:spPr>
        <p:txBody>
          <a:bodyPr anchor="t">
            <a:noAutofit/>
          </a:bodyPr>
          <a:lstStyle>
            <a:lvl1pPr marL="0" indent="0" algn="l">
              <a:lnSpc>
                <a:spcPct val="125000"/>
              </a:lnSpc>
              <a:spcBef>
                <a:spcPts val="500"/>
              </a:spcBef>
              <a:buNone/>
              <a:defRPr sz="1400" cap="none" spc="100" baseline="0">
                <a:solidFill>
                  <a:schemeClr val="bg1"/>
                </a:solidFill>
                <a:latin typeface="+mn-lt"/>
              </a:defRPr>
            </a:lvl1pPr>
          </a:lstStyle>
          <a:p>
            <a:pPr lvl="0"/>
            <a:r>
              <a:rPr lang="en-US" dirty="0"/>
              <a:t>Click to add text</a:t>
            </a:r>
          </a:p>
        </p:txBody>
      </p:sp>
      <p:sp>
        <p:nvSpPr>
          <p:cNvPr id="21" name="Text Placeholder 10">
            <a:extLst>
              <a:ext uri="{FF2B5EF4-FFF2-40B4-BE49-F238E27FC236}">
                <a16:creationId xmlns:a16="http://schemas.microsoft.com/office/drawing/2014/main" id="{A19EAA97-D0F2-464B-8450-83BF202CECF3}"/>
              </a:ext>
            </a:extLst>
          </p:cNvPr>
          <p:cNvSpPr>
            <a:spLocks noGrp="1"/>
          </p:cNvSpPr>
          <p:nvPr>
            <p:ph type="body" sz="quarter" idx="29" hasCustomPrompt="1"/>
          </p:nvPr>
        </p:nvSpPr>
        <p:spPr>
          <a:xfrm>
            <a:off x="7817970" y="4648156"/>
            <a:ext cx="3365003" cy="1170432"/>
          </a:xfrm>
          <a:prstGeom prst="rect">
            <a:avLst/>
          </a:prstGeom>
        </p:spPr>
        <p:txBody>
          <a:bodyPr anchor="t">
            <a:noAutofit/>
          </a:bodyPr>
          <a:lstStyle>
            <a:lvl1pPr marL="0" indent="0" algn="l">
              <a:lnSpc>
                <a:spcPct val="125000"/>
              </a:lnSpc>
              <a:spcBef>
                <a:spcPts val="500"/>
              </a:spcBef>
              <a:buNone/>
              <a:defRPr sz="1400" cap="none" spc="100" baseline="0">
                <a:solidFill>
                  <a:schemeClr val="bg1"/>
                </a:solidFill>
                <a:latin typeface="+mn-lt"/>
              </a:defRPr>
            </a:lvl1pPr>
          </a:lstStyle>
          <a:p>
            <a:pPr lvl="0"/>
            <a:r>
              <a:rPr lang="en-US" dirty="0"/>
              <a:t>Click to add text</a:t>
            </a:r>
          </a:p>
        </p:txBody>
      </p:sp>
      <p:sp>
        <p:nvSpPr>
          <p:cNvPr id="2" name="Title 1">
            <a:extLst>
              <a:ext uri="{FF2B5EF4-FFF2-40B4-BE49-F238E27FC236}">
                <a16:creationId xmlns:a16="http://schemas.microsoft.com/office/drawing/2014/main" id="{5DFF2174-FDCE-466A-8A4C-06AD6CAA4401}"/>
              </a:ext>
            </a:extLst>
          </p:cNvPr>
          <p:cNvSpPr>
            <a:spLocks noGrp="1"/>
          </p:cNvSpPr>
          <p:nvPr>
            <p:ph type="title" hasCustomPrompt="1"/>
          </p:nvPr>
        </p:nvSpPr>
        <p:spPr>
          <a:xfrm>
            <a:off x="6207016" y="746631"/>
            <a:ext cx="5184648" cy="466344"/>
          </a:xfrm>
        </p:spPr>
        <p:txBody>
          <a:bodyPr>
            <a:noAutofit/>
          </a:bodyPr>
          <a:lstStyle>
            <a:lvl1pPr>
              <a:lnSpc>
                <a:spcPct val="100000"/>
              </a:lnSpc>
              <a:defRPr sz="2800">
                <a:ln w="19050">
                  <a:solidFill>
                    <a:schemeClr val="bg1"/>
                  </a:solidFill>
                </a:ln>
              </a:defRPr>
            </a:lvl1pPr>
          </a:lstStyle>
          <a:p>
            <a:r>
              <a:rPr lang="en-US" dirty="0"/>
              <a:t>Click to add title</a:t>
            </a:r>
          </a:p>
        </p:txBody>
      </p:sp>
    </p:spTree>
    <p:extLst>
      <p:ext uri="{BB962C8B-B14F-4D97-AF65-F5344CB8AC3E}">
        <p14:creationId xmlns:p14="http://schemas.microsoft.com/office/powerpoint/2010/main" val="32740100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Meet The Team">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39293AB-35CB-4344-A710-9C0BF396AEAC}"/>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Date Placeholder 2">
            <a:extLst>
              <a:ext uri="{FF2B5EF4-FFF2-40B4-BE49-F238E27FC236}">
                <a16:creationId xmlns:a16="http://schemas.microsoft.com/office/drawing/2014/main" id="{AE5B5434-FC37-4DD2-AA81-6499AA6FB246}"/>
              </a:ext>
            </a:extLst>
          </p:cNvPr>
          <p:cNvSpPr>
            <a:spLocks noGrp="1"/>
          </p:cNvSpPr>
          <p:nvPr>
            <p:ph type="dt" sz="half" idx="10"/>
          </p:nvPr>
        </p:nvSpPr>
        <p:spPr/>
        <p:txBody>
          <a:bodyPr/>
          <a:lstStyle/>
          <a:p>
            <a:r>
              <a:rPr lang="en-US" dirty="0"/>
              <a:t>8/06/20XX</a:t>
            </a:r>
          </a:p>
        </p:txBody>
      </p:sp>
      <p:sp>
        <p:nvSpPr>
          <p:cNvPr id="4" name="Footer Placeholder 3">
            <a:extLst>
              <a:ext uri="{FF2B5EF4-FFF2-40B4-BE49-F238E27FC236}">
                <a16:creationId xmlns:a16="http://schemas.microsoft.com/office/drawing/2014/main" id="{E8DC474A-5DF9-4EA3-A273-CA3941061639}"/>
              </a:ext>
            </a:extLst>
          </p:cNvPr>
          <p:cNvSpPr>
            <a:spLocks noGrp="1"/>
          </p:cNvSpPr>
          <p:nvPr>
            <p:ph type="ftr" sz="quarter" idx="1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DF6B1742-3B51-4EFC-8A04-CD872DE4EC37}"/>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9" name="Rectangle 8">
            <a:extLst>
              <a:ext uri="{FF2B5EF4-FFF2-40B4-BE49-F238E27FC236}">
                <a16:creationId xmlns:a16="http://schemas.microsoft.com/office/drawing/2014/main" id="{425C06A4-0C2D-4746-83C3-410A9B469E89}"/>
              </a:ext>
            </a:extLst>
          </p:cNvPr>
          <p:cNvSpPr/>
          <p:nvPr userDrawn="1"/>
        </p:nvSpPr>
        <p:spPr>
          <a:xfrm>
            <a:off x="739302" y="739302"/>
            <a:ext cx="10713396" cy="5379396"/>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Picture Placeholder 9">
            <a:extLst>
              <a:ext uri="{FF2B5EF4-FFF2-40B4-BE49-F238E27FC236}">
                <a16:creationId xmlns:a16="http://schemas.microsoft.com/office/drawing/2014/main" id="{890CF5DC-D21B-4DF3-8248-1F809124AD98}"/>
              </a:ext>
            </a:extLst>
          </p:cNvPr>
          <p:cNvSpPr>
            <a:spLocks noGrp="1"/>
          </p:cNvSpPr>
          <p:nvPr>
            <p:ph type="pic" sz="quarter" idx="15" hasCustomPrompt="1"/>
          </p:nvPr>
        </p:nvSpPr>
        <p:spPr>
          <a:xfrm>
            <a:off x="1803737" y="2804053"/>
            <a:ext cx="1487419" cy="1498417"/>
          </a:xfrm>
          <a:prstGeom prst="rect">
            <a:avLst/>
          </a:prstGeom>
        </p:spPr>
        <p:txBody>
          <a:bodyPr/>
          <a:lstStyle>
            <a:lvl1pPr marL="0" indent="0" algn="ctr">
              <a:buNone/>
              <a:defRPr/>
            </a:lvl1pPr>
          </a:lstStyle>
          <a:p>
            <a:r>
              <a:rPr lang="en-US" dirty="0"/>
              <a:t>Click to add photo</a:t>
            </a:r>
          </a:p>
        </p:txBody>
      </p:sp>
      <p:sp>
        <p:nvSpPr>
          <p:cNvPr id="14" name="Text Placeholder 10">
            <a:extLst>
              <a:ext uri="{FF2B5EF4-FFF2-40B4-BE49-F238E27FC236}">
                <a16:creationId xmlns:a16="http://schemas.microsoft.com/office/drawing/2014/main" id="{BEE26967-C0C7-4310-90FC-F1914D2403E8}"/>
              </a:ext>
            </a:extLst>
          </p:cNvPr>
          <p:cNvSpPr>
            <a:spLocks noGrp="1"/>
          </p:cNvSpPr>
          <p:nvPr>
            <p:ph type="body" sz="quarter" idx="18" hasCustomPrompt="1"/>
          </p:nvPr>
        </p:nvSpPr>
        <p:spPr>
          <a:xfrm>
            <a:off x="1488239" y="4570546"/>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15" name="Text Placeholder 10">
            <a:extLst>
              <a:ext uri="{FF2B5EF4-FFF2-40B4-BE49-F238E27FC236}">
                <a16:creationId xmlns:a16="http://schemas.microsoft.com/office/drawing/2014/main" id="{3CA187B6-5AE8-4D11-8E79-63677F474D26}"/>
              </a:ext>
            </a:extLst>
          </p:cNvPr>
          <p:cNvSpPr>
            <a:spLocks noGrp="1"/>
          </p:cNvSpPr>
          <p:nvPr>
            <p:ph type="body" sz="quarter" idx="19" hasCustomPrompt="1"/>
          </p:nvPr>
        </p:nvSpPr>
        <p:spPr>
          <a:xfrm>
            <a:off x="1488239" y="4886780"/>
            <a:ext cx="2118414" cy="53139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16" name="Picture Placeholder 9">
            <a:extLst>
              <a:ext uri="{FF2B5EF4-FFF2-40B4-BE49-F238E27FC236}">
                <a16:creationId xmlns:a16="http://schemas.microsoft.com/office/drawing/2014/main" id="{A72BAC04-D935-470E-B6B5-E9CCE70D11F4}"/>
              </a:ext>
            </a:extLst>
          </p:cNvPr>
          <p:cNvSpPr>
            <a:spLocks noGrp="1"/>
          </p:cNvSpPr>
          <p:nvPr>
            <p:ph type="pic" sz="quarter" idx="20" hasCustomPrompt="1"/>
          </p:nvPr>
        </p:nvSpPr>
        <p:spPr>
          <a:xfrm>
            <a:off x="4175961" y="2804053"/>
            <a:ext cx="1487419" cy="1498417"/>
          </a:xfrm>
          <a:prstGeom prst="rect">
            <a:avLst/>
          </a:prstGeom>
        </p:spPr>
        <p:txBody>
          <a:bodyPr/>
          <a:lstStyle>
            <a:lvl1pPr marL="0" indent="0" algn="ctr">
              <a:buNone/>
              <a:defRPr/>
            </a:lvl1pPr>
          </a:lstStyle>
          <a:p>
            <a:r>
              <a:rPr lang="en-US" dirty="0"/>
              <a:t>Click to add photo</a:t>
            </a:r>
          </a:p>
        </p:txBody>
      </p:sp>
      <p:sp>
        <p:nvSpPr>
          <p:cNvPr id="17" name="Picture Placeholder 9">
            <a:extLst>
              <a:ext uri="{FF2B5EF4-FFF2-40B4-BE49-F238E27FC236}">
                <a16:creationId xmlns:a16="http://schemas.microsoft.com/office/drawing/2014/main" id="{456256DC-B113-4559-8D0B-3F8B4A7CAB2B}"/>
              </a:ext>
            </a:extLst>
          </p:cNvPr>
          <p:cNvSpPr>
            <a:spLocks noGrp="1"/>
          </p:cNvSpPr>
          <p:nvPr>
            <p:ph type="pic" sz="quarter" idx="21" hasCustomPrompt="1"/>
          </p:nvPr>
        </p:nvSpPr>
        <p:spPr>
          <a:xfrm>
            <a:off x="6548185" y="2804053"/>
            <a:ext cx="1487419" cy="1498417"/>
          </a:xfrm>
          <a:prstGeom prst="rect">
            <a:avLst/>
          </a:prstGeom>
        </p:spPr>
        <p:txBody>
          <a:bodyPr/>
          <a:lstStyle>
            <a:lvl1pPr marL="0" indent="0" algn="ctr">
              <a:buNone/>
              <a:defRPr/>
            </a:lvl1pPr>
          </a:lstStyle>
          <a:p>
            <a:r>
              <a:rPr lang="en-US" dirty="0"/>
              <a:t>Click to add photo</a:t>
            </a:r>
          </a:p>
        </p:txBody>
      </p:sp>
      <p:sp>
        <p:nvSpPr>
          <p:cNvPr id="18" name="Picture Placeholder 9">
            <a:extLst>
              <a:ext uri="{FF2B5EF4-FFF2-40B4-BE49-F238E27FC236}">
                <a16:creationId xmlns:a16="http://schemas.microsoft.com/office/drawing/2014/main" id="{E60A063A-DD07-4E82-9217-A8AD06D7C94F}"/>
              </a:ext>
            </a:extLst>
          </p:cNvPr>
          <p:cNvSpPr>
            <a:spLocks noGrp="1"/>
          </p:cNvSpPr>
          <p:nvPr>
            <p:ph type="pic" sz="quarter" idx="22" hasCustomPrompt="1"/>
          </p:nvPr>
        </p:nvSpPr>
        <p:spPr>
          <a:xfrm>
            <a:off x="8920409" y="2804053"/>
            <a:ext cx="1487419" cy="1498417"/>
          </a:xfrm>
          <a:prstGeom prst="rect">
            <a:avLst/>
          </a:prstGeom>
        </p:spPr>
        <p:txBody>
          <a:bodyPr/>
          <a:lstStyle>
            <a:lvl1pPr marL="0" indent="0" algn="ctr">
              <a:buNone/>
              <a:defRPr/>
            </a:lvl1pPr>
          </a:lstStyle>
          <a:p>
            <a:r>
              <a:rPr lang="en-US" dirty="0"/>
              <a:t>Click to add photo</a:t>
            </a:r>
          </a:p>
        </p:txBody>
      </p:sp>
      <p:sp>
        <p:nvSpPr>
          <p:cNvPr id="19" name="Text Placeholder 10">
            <a:extLst>
              <a:ext uri="{FF2B5EF4-FFF2-40B4-BE49-F238E27FC236}">
                <a16:creationId xmlns:a16="http://schemas.microsoft.com/office/drawing/2014/main" id="{4194B9ED-C9B7-4850-B875-B179F9A6ADC4}"/>
              </a:ext>
            </a:extLst>
          </p:cNvPr>
          <p:cNvSpPr>
            <a:spLocks noGrp="1"/>
          </p:cNvSpPr>
          <p:nvPr>
            <p:ph type="body" sz="quarter" idx="23" hasCustomPrompt="1"/>
          </p:nvPr>
        </p:nvSpPr>
        <p:spPr>
          <a:xfrm>
            <a:off x="3860463" y="4570546"/>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20" name="Text Placeholder 10">
            <a:extLst>
              <a:ext uri="{FF2B5EF4-FFF2-40B4-BE49-F238E27FC236}">
                <a16:creationId xmlns:a16="http://schemas.microsoft.com/office/drawing/2014/main" id="{DBB00C57-7DE2-436D-8748-527515EE4A6A}"/>
              </a:ext>
            </a:extLst>
          </p:cNvPr>
          <p:cNvSpPr>
            <a:spLocks noGrp="1"/>
          </p:cNvSpPr>
          <p:nvPr>
            <p:ph type="body" sz="quarter" idx="24" hasCustomPrompt="1"/>
          </p:nvPr>
        </p:nvSpPr>
        <p:spPr>
          <a:xfrm>
            <a:off x="3860463" y="4886780"/>
            <a:ext cx="2118414" cy="53139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21" name="Text Placeholder 10">
            <a:extLst>
              <a:ext uri="{FF2B5EF4-FFF2-40B4-BE49-F238E27FC236}">
                <a16:creationId xmlns:a16="http://schemas.microsoft.com/office/drawing/2014/main" id="{D6503F18-AEB2-4183-8F37-6BE4BBD66EE2}"/>
              </a:ext>
            </a:extLst>
          </p:cNvPr>
          <p:cNvSpPr>
            <a:spLocks noGrp="1"/>
          </p:cNvSpPr>
          <p:nvPr>
            <p:ph type="body" sz="quarter" idx="25" hasCustomPrompt="1"/>
          </p:nvPr>
        </p:nvSpPr>
        <p:spPr>
          <a:xfrm>
            <a:off x="6232687" y="4570546"/>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22" name="Text Placeholder 10">
            <a:extLst>
              <a:ext uri="{FF2B5EF4-FFF2-40B4-BE49-F238E27FC236}">
                <a16:creationId xmlns:a16="http://schemas.microsoft.com/office/drawing/2014/main" id="{D01AC31E-901A-4C34-A8AE-71C303E07F53}"/>
              </a:ext>
            </a:extLst>
          </p:cNvPr>
          <p:cNvSpPr>
            <a:spLocks noGrp="1"/>
          </p:cNvSpPr>
          <p:nvPr>
            <p:ph type="body" sz="quarter" idx="26" hasCustomPrompt="1"/>
          </p:nvPr>
        </p:nvSpPr>
        <p:spPr>
          <a:xfrm>
            <a:off x="6232687" y="4886780"/>
            <a:ext cx="2118414" cy="53139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23" name="Text Placeholder 10">
            <a:extLst>
              <a:ext uri="{FF2B5EF4-FFF2-40B4-BE49-F238E27FC236}">
                <a16:creationId xmlns:a16="http://schemas.microsoft.com/office/drawing/2014/main" id="{F113CB6D-E397-418B-8738-D96E553ADD2F}"/>
              </a:ext>
            </a:extLst>
          </p:cNvPr>
          <p:cNvSpPr>
            <a:spLocks noGrp="1"/>
          </p:cNvSpPr>
          <p:nvPr>
            <p:ph type="body" sz="quarter" idx="27" hasCustomPrompt="1"/>
          </p:nvPr>
        </p:nvSpPr>
        <p:spPr>
          <a:xfrm>
            <a:off x="8604911" y="4570546"/>
            <a:ext cx="2118415"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24" name="Text Placeholder 10">
            <a:extLst>
              <a:ext uri="{FF2B5EF4-FFF2-40B4-BE49-F238E27FC236}">
                <a16:creationId xmlns:a16="http://schemas.microsoft.com/office/drawing/2014/main" id="{63EA5C1A-BB92-4C5E-BB99-A85B0B0FC499}"/>
              </a:ext>
            </a:extLst>
          </p:cNvPr>
          <p:cNvSpPr>
            <a:spLocks noGrp="1"/>
          </p:cNvSpPr>
          <p:nvPr>
            <p:ph type="body" sz="quarter" idx="28" hasCustomPrompt="1"/>
          </p:nvPr>
        </p:nvSpPr>
        <p:spPr>
          <a:xfrm>
            <a:off x="8604911" y="4886780"/>
            <a:ext cx="2118415" cy="53139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26" name="Rectangle 25">
            <a:extLst>
              <a:ext uri="{FF2B5EF4-FFF2-40B4-BE49-F238E27FC236}">
                <a16:creationId xmlns:a16="http://schemas.microsoft.com/office/drawing/2014/main" id="{90E93D6C-0CD6-42A7-A2D2-C8582F7B353C}"/>
              </a:ext>
            </a:extLst>
          </p:cNvPr>
          <p:cNvSpPr/>
          <p:nvPr userDrawn="1"/>
        </p:nvSpPr>
        <p:spPr>
          <a:xfrm>
            <a:off x="1686323" y="2684612"/>
            <a:ext cx="1722246" cy="1737299"/>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B7D0FDBA-5294-4730-92D6-440AA8DE35AE}"/>
              </a:ext>
            </a:extLst>
          </p:cNvPr>
          <p:cNvSpPr/>
          <p:nvPr userDrawn="1"/>
        </p:nvSpPr>
        <p:spPr>
          <a:xfrm>
            <a:off x="4058547" y="2684612"/>
            <a:ext cx="1722246" cy="1737299"/>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E8E75564-AD04-4406-979E-AC0A8BE2AEFD}"/>
              </a:ext>
            </a:extLst>
          </p:cNvPr>
          <p:cNvSpPr/>
          <p:nvPr userDrawn="1"/>
        </p:nvSpPr>
        <p:spPr>
          <a:xfrm>
            <a:off x="6430771" y="2684612"/>
            <a:ext cx="1722246" cy="1737299"/>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0E7899F8-DBAB-4DCC-857C-94A3CF0FE542}"/>
              </a:ext>
            </a:extLst>
          </p:cNvPr>
          <p:cNvSpPr/>
          <p:nvPr userDrawn="1"/>
        </p:nvSpPr>
        <p:spPr>
          <a:xfrm>
            <a:off x="8802995" y="2684612"/>
            <a:ext cx="1722246" cy="1737299"/>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B41C8F6-B68C-4B34-A1EC-848B6301BE02}"/>
              </a:ext>
            </a:extLst>
          </p:cNvPr>
          <p:cNvSpPr>
            <a:spLocks noGrp="1"/>
          </p:cNvSpPr>
          <p:nvPr>
            <p:ph type="title" hasCustomPrompt="1"/>
          </p:nvPr>
        </p:nvSpPr>
        <p:spPr>
          <a:xfrm>
            <a:off x="2452698" y="1566777"/>
            <a:ext cx="7286604" cy="634323"/>
          </a:xfrm>
        </p:spPr>
        <p:txBody>
          <a:bodyPr anchor="t">
            <a:normAutofit/>
          </a:bodyPr>
          <a:lstStyle>
            <a:lvl1pPr algn="ctr">
              <a:lnSpc>
                <a:spcPct val="125000"/>
              </a:lnSpc>
              <a:defRPr sz="2800"/>
            </a:lvl1pPr>
          </a:lstStyle>
          <a:p>
            <a:r>
              <a:rPr lang="en-US" dirty="0"/>
              <a:t>Click to add title</a:t>
            </a:r>
          </a:p>
        </p:txBody>
      </p:sp>
    </p:spTree>
    <p:extLst>
      <p:ext uri="{BB962C8B-B14F-4D97-AF65-F5344CB8AC3E}">
        <p14:creationId xmlns:p14="http://schemas.microsoft.com/office/powerpoint/2010/main" val="8398916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Fundin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FBC2989-2CED-47FB-8D23-FF60F2561EAD}"/>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Date Placeholder 2">
            <a:extLst>
              <a:ext uri="{FF2B5EF4-FFF2-40B4-BE49-F238E27FC236}">
                <a16:creationId xmlns:a16="http://schemas.microsoft.com/office/drawing/2014/main" id="{BA429704-4AB7-47AB-8C1F-4C2E4C99A10E}"/>
              </a:ext>
            </a:extLst>
          </p:cNvPr>
          <p:cNvSpPr>
            <a:spLocks noGrp="1"/>
          </p:cNvSpPr>
          <p:nvPr>
            <p:ph type="dt" sz="half" idx="10"/>
          </p:nvPr>
        </p:nvSpPr>
        <p:spPr/>
        <p:txBody>
          <a:bodyPr/>
          <a:lstStyle/>
          <a:p>
            <a:r>
              <a:rPr lang="en-US" dirty="0"/>
              <a:t>8/06/20XX</a:t>
            </a:r>
          </a:p>
        </p:txBody>
      </p:sp>
      <p:sp>
        <p:nvSpPr>
          <p:cNvPr id="4" name="Footer Placeholder 3">
            <a:extLst>
              <a:ext uri="{FF2B5EF4-FFF2-40B4-BE49-F238E27FC236}">
                <a16:creationId xmlns:a16="http://schemas.microsoft.com/office/drawing/2014/main" id="{B0348280-3106-454C-9D69-9BD1267B1811}"/>
              </a:ext>
            </a:extLst>
          </p:cNvPr>
          <p:cNvSpPr>
            <a:spLocks noGrp="1"/>
          </p:cNvSpPr>
          <p:nvPr>
            <p:ph type="ftr" sz="quarter" idx="1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09426433-6916-408B-BE80-EB35C693077C}"/>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34" name="Rectangle 33">
            <a:extLst>
              <a:ext uri="{FF2B5EF4-FFF2-40B4-BE49-F238E27FC236}">
                <a16:creationId xmlns:a16="http://schemas.microsoft.com/office/drawing/2014/main" id="{137D1BF6-CA32-48D3-B8AE-5D5C621A7EB5}"/>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2">
              <a:lumMod val="5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 Placeholder 14">
            <a:extLst>
              <a:ext uri="{FF2B5EF4-FFF2-40B4-BE49-F238E27FC236}">
                <a16:creationId xmlns:a16="http://schemas.microsoft.com/office/drawing/2014/main" id="{F57E488F-AD89-4213-9093-5646DF323A25}"/>
              </a:ext>
            </a:extLst>
          </p:cNvPr>
          <p:cNvSpPr>
            <a:spLocks noGrp="1"/>
          </p:cNvSpPr>
          <p:nvPr>
            <p:ph type="body" sz="quarter" idx="13" hasCustomPrompt="1"/>
          </p:nvPr>
        </p:nvSpPr>
        <p:spPr>
          <a:xfrm>
            <a:off x="900511" y="4114240"/>
            <a:ext cx="2382386" cy="613702"/>
          </a:xfrm>
          <a:prstGeom prst="rect">
            <a:avLst/>
          </a:prstGeom>
        </p:spPr>
        <p:txBody>
          <a:bodyPr anchor="b">
            <a:normAutofit/>
          </a:bodyPr>
          <a:lstStyle>
            <a:lvl1pPr marL="0" indent="0" algn="ctr">
              <a:lnSpc>
                <a:spcPct val="100000"/>
              </a:lnSpc>
              <a:spcBef>
                <a:spcPts val="0"/>
              </a:spcBef>
              <a:spcAft>
                <a:spcPts val="0"/>
              </a:spcAft>
              <a:buNone/>
              <a:defRPr sz="1600" cap="all" spc="200" baseline="0">
                <a:solidFill>
                  <a:schemeClr val="accent4"/>
                </a:solidFill>
                <a:latin typeface="+mj-lt"/>
              </a:defRPr>
            </a:lvl1pPr>
          </a:lstStyle>
          <a:p>
            <a:pPr lvl="0"/>
            <a:r>
              <a:rPr lang="en-US"/>
              <a:t>Click to add title</a:t>
            </a:r>
          </a:p>
        </p:txBody>
      </p:sp>
      <p:sp>
        <p:nvSpPr>
          <p:cNvPr id="20" name="Text Placeholder 14">
            <a:extLst>
              <a:ext uri="{FF2B5EF4-FFF2-40B4-BE49-F238E27FC236}">
                <a16:creationId xmlns:a16="http://schemas.microsoft.com/office/drawing/2014/main" id="{E31C9DEB-43A3-4514-9EB8-2CE147497B96}"/>
              </a:ext>
            </a:extLst>
          </p:cNvPr>
          <p:cNvSpPr>
            <a:spLocks noGrp="1"/>
          </p:cNvSpPr>
          <p:nvPr>
            <p:ph type="body" sz="quarter" idx="15" hasCustomPrompt="1"/>
          </p:nvPr>
        </p:nvSpPr>
        <p:spPr>
          <a:xfrm>
            <a:off x="900511" y="4733168"/>
            <a:ext cx="2382386" cy="857935"/>
          </a:xfrm>
          <a:prstGeom prst="rect">
            <a:avLst/>
          </a:prstGeom>
        </p:spPr>
        <p:txBody>
          <a:bodyPr>
            <a:normAutofit/>
          </a:bodyPr>
          <a:lstStyle>
            <a:lvl1pPr marL="0" indent="0" algn="ctr">
              <a:lnSpc>
                <a:spcPct val="125000"/>
              </a:lnSpc>
              <a:spcBef>
                <a:spcPts val="0"/>
              </a:spcBef>
              <a:buNone/>
              <a:defRPr sz="1400" cap="none" spc="100" baseline="0">
                <a:solidFill>
                  <a:schemeClr val="bg1"/>
                </a:solidFill>
                <a:latin typeface="+mn-lt"/>
              </a:defRPr>
            </a:lvl1pPr>
          </a:lstStyle>
          <a:p>
            <a:pPr lvl="0"/>
            <a:r>
              <a:rPr lang="en-US"/>
              <a:t>Click to add text</a:t>
            </a:r>
          </a:p>
        </p:txBody>
      </p:sp>
      <p:sp>
        <p:nvSpPr>
          <p:cNvPr id="21" name="Text Placeholder 14">
            <a:extLst>
              <a:ext uri="{FF2B5EF4-FFF2-40B4-BE49-F238E27FC236}">
                <a16:creationId xmlns:a16="http://schemas.microsoft.com/office/drawing/2014/main" id="{254EC399-E62D-401A-936C-2B26F8265F17}"/>
              </a:ext>
            </a:extLst>
          </p:cNvPr>
          <p:cNvSpPr>
            <a:spLocks noGrp="1"/>
          </p:cNvSpPr>
          <p:nvPr>
            <p:ph type="body" sz="quarter" idx="16" hasCustomPrompt="1"/>
          </p:nvPr>
        </p:nvSpPr>
        <p:spPr>
          <a:xfrm>
            <a:off x="3584039" y="4114240"/>
            <a:ext cx="2382386" cy="613702"/>
          </a:xfrm>
          <a:prstGeom prst="rect">
            <a:avLst/>
          </a:prstGeom>
        </p:spPr>
        <p:txBody>
          <a:bodyPr anchor="b">
            <a:normAutofit/>
          </a:bodyPr>
          <a:lstStyle>
            <a:lvl1pPr marL="0" indent="0" algn="ctr">
              <a:lnSpc>
                <a:spcPct val="100000"/>
              </a:lnSpc>
              <a:spcBef>
                <a:spcPts val="0"/>
              </a:spcBef>
              <a:spcAft>
                <a:spcPts val="0"/>
              </a:spcAft>
              <a:buNone/>
              <a:defRPr sz="1600" cap="all" spc="200" baseline="0">
                <a:solidFill>
                  <a:schemeClr val="accent3">
                    <a:lumMod val="60000"/>
                    <a:lumOff val="40000"/>
                  </a:schemeClr>
                </a:solidFill>
                <a:latin typeface="+mj-lt"/>
              </a:defRPr>
            </a:lvl1pPr>
          </a:lstStyle>
          <a:p>
            <a:pPr lvl="0"/>
            <a:r>
              <a:rPr lang="en-US"/>
              <a:t>Click to add title</a:t>
            </a:r>
          </a:p>
        </p:txBody>
      </p:sp>
      <p:sp>
        <p:nvSpPr>
          <p:cNvPr id="22" name="Text Placeholder 14">
            <a:extLst>
              <a:ext uri="{FF2B5EF4-FFF2-40B4-BE49-F238E27FC236}">
                <a16:creationId xmlns:a16="http://schemas.microsoft.com/office/drawing/2014/main" id="{4F49DC18-7C09-4FFC-98BF-DC17FCE6223B}"/>
              </a:ext>
            </a:extLst>
          </p:cNvPr>
          <p:cNvSpPr>
            <a:spLocks noGrp="1"/>
          </p:cNvSpPr>
          <p:nvPr>
            <p:ph type="body" sz="quarter" idx="17" hasCustomPrompt="1"/>
          </p:nvPr>
        </p:nvSpPr>
        <p:spPr>
          <a:xfrm>
            <a:off x="3584039" y="4733168"/>
            <a:ext cx="2382386" cy="857935"/>
          </a:xfrm>
          <a:prstGeom prst="rect">
            <a:avLst/>
          </a:prstGeom>
        </p:spPr>
        <p:txBody>
          <a:bodyPr>
            <a:normAutofit/>
          </a:bodyPr>
          <a:lstStyle>
            <a:lvl1pPr marL="0" indent="0" algn="ctr">
              <a:lnSpc>
                <a:spcPct val="125000"/>
              </a:lnSpc>
              <a:spcBef>
                <a:spcPts val="0"/>
              </a:spcBef>
              <a:buNone/>
              <a:defRPr sz="1400" cap="none" spc="100" baseline="0">
                <a:solidFill>
                  <a:schemeClr val="bg1"/>
                </a:solidFill>
                <a:latin typeface="+mn-lt"/>
              </a:defRPr>
            </a:lvl1pPr>
          </a:lstStyle>
          <a:p>
            <a:pPr lvl="0"/>
            <a:r>
              <a:rPr lang="en-US"/>
              <a:t>Click to add text</a:t>
            </a:r>
          </a:p>
        </p:txBody>
      </p:sp>
      <p:sp>
        <p:nvSpPr>
          <p:cNvPr id="23" name="Text Placeholder 14">
            <a:extLst>
              <a:ext uri="{FF2B5EF4-FFF2-40B4-BE49-F238E27FC236}">
                <a16:creationId xmlns:a16="http://schemas.microsoft.com/office/drawing/2014/main" id="{9D21F281-5009-4E28-B34E-218C36B33ABD}"/>
              </a:ext>
            </a:extLst>
          </p:cNvPr>
          <p:cNvSpPr>
            <a:spLocks noGrp="1"/>
          </p:cNvSpPr>
          <p:nvPr>
            <p:ph type="body" sz="quarter" idx="18" hasCustomPrompt="1"/>
          </p:nvPr>
        </p:nvSpPr>
        <p:spPr>
          <a:xfrm>
            <a:off x="6267567" y="4114240"/>
            <a:ext cx="2382386" cy="613702"/>
          </a:xfrm>
          <a:prstGeom prst="rect">
            <a:avLst/>
          </a:prstGeom>
        </p:spPr>
        <p:txBody>
          <a:bodyPr anchor="b">
            <a:normAutofit/>
          </a:bodyPr>
          <a:lstStyle>
            <a:lvl1pPr marL="0" indent="0" algn="ctr">
              <a:lnSpc>
                <a:spcPct val="100000"/>
              </a:lnSpc>
              <a:spcBef>
                <a:spcPts val="0"/>
              </a:spcBef>
              <a:spcAft>
                <a:spcPts val="0"/>
              </a:spcAft>
              <a:buNone/>
              <a:defRPr sz="1600" cap="all" spc="200" baseline="0">
                <a:solidFill>
                  <a:schemeClr val="accent5"/>
                </a:solidFill>
                <a:latin typeface="+mj-lt"/>
              </a:defRPr>
            </a:lvl1pPr>
          </a:lstStyle>
          <a:p>
            <a:pPr lvl="0"/>
            <a:r>
              <a:rPr lang="en-US"/>
              <a:t>Click to add title</a:t>
            </a:r>
          </a:p>
        </p:txBody>
      </p:sp>
      <p:sp>
        <p:nvSpPr>
          <p:cNvPr id="24" name="Text Placeholder 14">
            <a:extLst>
              <a:ext uri="{FF2B5EF4-FFF2-40B4-BE49-F238E27FC236}">
                <a16:creationId xmlns:a16="http://schemas.microsoft.com/office/drawing/2014/main" id="{75C2A3FB-F206-4ED3-A8BF-712D66D52D29}"/>
              </a:ext>
            </a:extLst>
          </p:cNvPr>
          <p:cNvSpPr>
            <a:spLocks noGrp="1"/>
          </p:cNvSpPr>
          <p:nvPr>
            <p:ph type="body" sz="quarter" idx="19" hasCustomPrompt="1"/>
          </p:nvPr>
        </p:nvSpPr>
        <p:spPr>
          <a:xfrm>
            <a:off x="6267567" y="4733168"/>
            <a:ext cx="2382386" cy="857935"/>
          </a:xfrm>
          <a:prstGeom prst="rect">
            <a:avLst/>
          </a:prstGeom>
        </p:spPr>
        <p:txBody>
          <a:bodyPr>
            <a:normAutofit/>
          </a:bodyPr>
          <a:lstStyle>
            <a:lvl1pPr marL="0" indent="0" algn="ctr">
              <a:lnSpc>
                <a:spcPct val="125000"/>
              </a:lnSpc>
              <a:spcBef>
                <a:spcPts val="0"/>
              </a:spcBef>
              <a:buNone/>
              <a:defRPr sz="1400" cap="none" spc="100" baseline="0">
                <a:solidFill>
                  <a:schemeClr val="bg1"/>
                </a:solidFill>
                <a:latin typeface="+mn-lt"/>
              </a:defRPr>
            </a:lvl1pPr>
          </a:lstStyle>
          <a:p>
            <a:pPr lvl="0"/>
            <a:r>
              <a:rPr lang="en-US"/>
              <a:t>Click to add text</a:t>
            </a:r>
          </a:p>
        </p:txBody>
      </p:sp>
      <p:sp>
        <p:nvSpPr>
          <p:cNvPr id="25" name="Text Placeholder 14">
            <a:extLst>
              <a:ext uri="{FF2B5EF4-FFF2-40B4-BE49-F238E27FC236}">
                <a16:creationId xmlns:a16="http://schemas.microsoft.com/office/drawing/2014/main" id="{433D1544-1248-444D-B0AC-C5B22E1D2638}"/>
              </a:ext>
            </a:extLst>
          </p:cNvPr>
          <p:cNvSpPr>
            <a:spLocks noGrp="1"/>
          </p:cNvSpPr>
          <p:nvPr>
            <p:ph type="body" sz="quarter" idx="20" hasCustomPrompt="1"/>
          </p:nvPr>
        </p:nvSpPr>
        <p:spPr>
          <a:xfrm>
            <a:off x="8951094" y="4114240"/>
            <a:ext cx="2382386" cy="613702"/>
          </a:xfrm>
          <a:prstGeom prst="rect">
            <a:avLst/>
          </a:prstGeom>
        </p:spPr>
        <p:txBody>
          <a:bodyPr anchor="b">
            <a:normAutofit/>
          </a:bodyPr>
          <a:lstStyle>
            <a:lvl1pPr marL="0" indent="0" algn="ctr">
              <a:lnSpc>
                <a:spcPct val="100000"/>
              </a:lnSpc>
              <a:spcBef>
                <a:spcPts val="0"/>
              </a:spcBef>
              <a:spcAft>
                <a:spcPts val="0"/>
              </a:spcAft>
              <a:buNone/>
              <a:defRPr sz="1600" cap="all" spc="200" baseline="0">
                <a:solidFill>
                  <a:schemeClr val="accent2">
                    <a:lumMod val="20000"/>
                    <a:lumOff val="80000"/>
                  </a:schemeClr>
                </a:solidFill>
                <a:latin typeface="+mj-lt"/>
              </a:defRPr>
            </a:lvl1pPr>
          </a:lstStyle>
          <a:p>
            <a:pPr lvl="0"/>
            <a:r>
              <a:rPr lang="en-US"/>
              <a:t>Click to add title</a:t>
            </a:r>
          </a:p>
        </p:txBody>
      </p:sp>
      <p:sp>
        <p:nvSpPr>
          <p:cNvPr id="26" name="Text Placeholder 14">
            <a:extLst>
              <a:ext uri="{FF2B5EF4-FFF2-40B4-BE49-F238E27FC236}">
                <a16:creationId xmlns:a16="http://schemas.microsoft.com/office/drawing/2014/main" id="{9F4FDF38-0969-49B5-BE15-AB7D41B68D28}"/>
              </a:ext>
            </a:extLst>
          </p:cNvPr>
          <p:cNvSpPr>
            <a:spLocks noGrp="1"/>
          </p:cNvSpPr>
          <p:nvPr>
            <p:ph type="body" sz="quarter" idx="21" hasCustomPrompt="1"/>
          </p:nvPr>
        </p:nvSpPr>
        <p:spPr>
          <a:xfrm>
            <a:off x="8951094" y="4733168"/>
            <a:ext cx="2382386" cy="857935"/>
          </a:xfrm>
          <a:prstGeom prst="rect">
            <a:avLst/>
          </a:prstGeom>
        </p:spPr>
        <p:txBody>
          <a:bodyPr>
            <a:normAutofit/>
          </a:bodyPr>
          <a:lstStyle>
            <a:lvl1pPr marL="0" indent="0" algn="ctr">
              <a:lnSpc>
                <a:spcPct val="125000"/>
              </a:lnSpc>
              <a:spcBef>
                <a:spcPts val="0"/>
              </a:spcBef>
              <a:buNone/>
              <a:defRPr sz="1400" cap="none" spc="100" baseline="0">
                <a:solidFill>
                  <a:schemeClr val="bg1"/>
                </a:solidFill>
                <a:latin typeface="+mn-lt"/>
              </a:defRPr>
            </a:lvl1pPr>
          </a:lstStyle>
          <a:p>
            <a:pPr lvl="0"/>
            <a:r>
              <a:rPr lang="en-US"/>
              <a:t>Click to add text</a:t>
            </a:r>
          </a:p>
        </p:txBody>
      </p:sp>
      <p:sp>
        <p:nvSpPr>
          <p:cNvPr id="27" name="Text Placeholder 10">
            <a:extLst>
              <a:ext uri="{FF2B5EF4-FFF2-40B4-BE49-F238E27FC236}">
                <a16:creationId xmlns:a16="http://schemas.microsoft.com/office/drawing/2014/main" id="{A749E3E6-EB0F-4108-9196-2A2DDD63E220}"/>
              </a:ext>
            </a:extLst>
          </p:cNvPr>
          <p:cNvSpPr>
            <a:spLocks noGrp="1"/>
          </p:cNvSpPr>
          <p:nvPr>
            <p:ph type="body" sz="quarter" idx="22" hasCustomPrompt="1"/>
          </p:nvPr>
        </p:nvSpPr>
        <p:spPr>
          <a:xfrm>
            <a:off x="1285758" y="2399173"/>
            <a:ext cx="1611892" cy="1151632"/>
          </a:xfrm>
          <a:prstGeom prst="rect">
            <a:avLst/>
          </a:prstGeom>
        </p:spPr>
        <p:txBody>
          <a:bodyPr anchor="ctr"/>
          <a:lstStyle>
            <a:lvl1pPr marL="0" indent="0" algn="ctr">
              <a:lnSpc>
                <a:spcPct val="80000"/>
              </a:lnSpc>
              <a:spcBef>
                <a:spcPts val="1000"/>
              </a:spcBef>
              <a:spcAft>
                <a:spcPts val="0"/>
              </a:spcAft>
              <a:buNone/>
              <a:defRPr sz="2800" cap="all" spc="100" baseline="0">
                <a:solidFill>
                  <a:schemeClr val="accent4"/>
                </a:solidFill>
                <a:latin typeface="+mj-lt"/>
              </a:defRPr>
            </a:lvl1pPr>
          </a:lstStyle>
          <a:p>
            <a:pPr lvl="0"/>
            <a:r>
              <a:rPr lang="en-US"/>
              <a:t>Add title</a:t>
            </a:r>
          </a:p>
        </p:txBody>
      </p:sp>
      <p:sp>
        <p:nvSpPr>
          <p:cNvPr id="28" name="Text Placeholder 10">
            <a:extLst>
              <a:ext uri="{FF2B5EF4-FFF2-40B4-BE49-F238E27FC236}">
                <a16:creationId xmlns:a16="http://schemas.microsoft.com/office/drawing/2014/main" id="{CA8E4A5D-4A2C-4FCA-9886-11A6692866A6}"/>
              </a:ext>
            </a:extLst>
          </p:cNvPr>
          <p:cNvSpPr>
            <a:spLocks noGrp="1"/>
          </p:cNvSpPr>
          <p:nvPr>
            <p:ph type="body" sz="quarter" idx="23" hasCustomPrompt="1"/>
          </p:nvPr>
        </p:nvSpPr>
        <p:spPr>
          <a:xfrm>
            <a:off x="6652814" y="2399173"/>
            <a:ext cx="1611892" cy="1151632"/>
          </a:xfrm>
          <a:prstGeom prst="rect">
            <a:avLst/>
          </a:prstGeom>
        </p:spPr>
        <p:txBody>
          <a:bodyPr anchor="ctr"/>
          <a:lstStyle>
            <a:lvl1pPr marL="0" indent="0" algn="ctr">
              <a:lnSpc>
                <a:spcPct val="80000"/>
              </a:lnSpc>
              <a:spcBef>
                <a:spcPts val="1000"/>
              </a:spcBef>
              <a:buNone/>
              <a:defRPr sz="2800" cap="all" spc="100" baseline="0">
                <a:solidFill>
                  <a:schemeClr val="accent5"/>
                </a:solidFill>
                <a:latin typeface="+mj-lt"/>
              </a:defRPr>
            </a:lvl1pPr>
          </a:lstStyle>
          <a:p>
            <a:pPr lvl="0"/>
            <a:r>
              <a:rPr lang="en-US"/>
              <a:t>Add title</a:t>
            </a:r>
          </a:p>
        </p:txBody>
      </p:sp>
      <p:sp>
        <p:nvSpPr>
          <p:cNvPr id="29" name="Text Placeholder 10">
            <a:extLst>
              <a:ext uri="{FF2B5EF4-FFF2-40B4-BE49-F238E27FC236}">
                <a16:creationId xmlns:a16="http://schemas.microsoft.com/office/drawing/2014/main" id="{D12F1290-6B4C-49B8-BC26-3B433534C3F7}"/>
              </a:ext>
            </a:extLst>
          </p:cNvPr>
          <p:cNvSpPr>
            <a:spLocks noGrp="1"/>
          </p:cNvSpPr>
          <p:nvPr>
            <p:ph type="body" sz="quarter" idx="24" hasCustomPrompt="1"/>
          </p:nvPr>
        </p:nvSpPr>
        <p:spPr>
          <a:xfrm>
            <a:off x="9336341" y="2399173"/>
            <a:ext cx="1611892" cy="1151632"/>
          </a:xfrm>
          <a:prstGeom prst="rect">
            <a:avLst/>
          </a:prstGeom>
        </p:spPr>
        <p:txBody>
          <a:bodyPr anchor="ctr"/>
          <a:lstStyle>
            <a:lvl1pPr marL="0" indent="0" algn="ctr">
              <a:lnSpc>
                <a:spcPct val="80000"/>
              </a:lnSpc>
              <a:spcBef>
                <a:spcPts val="1000"/>
              </a:spcBef>
              <a:buNone/>
              <a:defRPr sz="2800" cap="all" spc="100" baseline="0">
                <a:solidFill>
                  <a:schemeClr val="accent2">
                    <a:lumMod val="20000"/>
                    <a:lumOff val="80000"/>
                  </a:schemeClr>
                </a:solidFill>
                <a:latin typeface="+mj-lt"/>
              </a:defRPr>
            </a:lvl1pPr>
          </a:lstStyle>
          <a:p>
            <a:pPr lvl="0"/>
            <a:r>
              <a:rPr lang="en-US"/>
              <a:t>Add title</a:t>
            </a:r>
          </a:p>
        </p:txBody>
      </p:sp>
      <p:sp>
        <p:nvSpPr>
          <p:cNvPr id="30" name="Text Placeholder 10">
            <a:extLst>
              <a:ext uri="{FF2B5EF4-FFF2-40B4-BE49-F238E27FC236}">
                <a16:creationId xmlns:a16="http://schemas.microsoft.com/office/drawing/2014/main" id="{0E60E704-AD01-4048-8D70-3F4CA25DA632}"/>
              </a:ext>
            </a:extLst>
          </p:cNvPr>
          <p:cNvSpPr>
            <a:spLocks noGrp="1"/>
          </p:cNvSpPr>
          <p:nvPr>
            <p:ph type="body" sz="quarter" idx="25" hasCustomPrompt="1"/>
          </p:nvPr>
        </p:nvSpPr>
        <p:spPr>
          <a:xfrm>
            <a:off x="3969286" y="2399173"/>
            <a:ext cx="1611892" cy="1151632"/>
          </a:xfrm>
          <a:prstGeom prst="rect">
            <a:avLst/>
          </a:prstGeom>
        </p:spPr>
        <p:txBody>
          <a:bodyPr anchor="ctr"/>
          <a:lstStyle>
            <a:lvl1pPr marL="0" indent="0" algn="ctr">
              <a:lnSpc>
                <a:spcPct val="80000"/>
              </a:lnSpc>
              <a:spcBef>
                <a:spcPts val="1000"/>
              </a:spcBef>
              <a:buNone/>
              <a:defRPr sz="2800" cap="all" spc="100" baseline="0">
                <a:solidFill>
                  <a:schemeClr val="accent3">
                    <a:lumMod val="60000"/>
                    <a:lumOff val="40000"/>
                  </a:schemeClr>
                </a:solidFill>
                <a:latin typeface="+mj-lt"/>
              </a:defRPr>
            </a:lvl1pPr>
          </a:lstStyle>
          <a:p>
            <a:pPr lvl="0"/>
            <a:r>
              <a:rPr lang="en-US"/>
              <a:t>Add title</a:t>
            </a:r>
          </a:p>
        </p:txBody>
      </p:sp>
      <p:sp>
        <p:nvSpPr>
          <p:cNvPr id="31" name="Title 1">
            <a:extLst>
              <a:ext uri="{FF2B5EF4-FFF2-40B4-BE49-F238E27FC236}">
                <a16:creationId xmlns:a16="http://schemas.microsoft.com/office/drawing/2014/main" id="{4CB251EF-EB2B-4D32-A321-FEC37EAB8D87}"/>
              </a:ext>
            </a:extLst>
          </p:cNvPr>
          <p:cNvSpPr>
            <a:spLocks noGrp="1"/>
          </p:cNvSpPr>
          <p:nvPr>
            <p:ph type="title" hasCustomPrompt="1"/>
          </p:nvPr>
        </p:nvSpPr>
        <p:spPr>
          <a:xfrm>
            <a:off x="793750" y="715939"/>
            <a:ext cx="4864608" cy="365760"/>
          </a:xfrm>
        </p:spPr>
        <p:txBody>
          <a:bodyPr anchor="t">
            <a:noAutofit/>
          </a:bodyPr>
          <a:lstStyle>
            <a:lvl1pPr>
              <a:defRPr sz="2800">
                <a:ln w="19050">
                  <a:solidFill>
                    <a:schemeClr val="bg1"/>
                  </a:solidFill>
                </a:ln>
              </a:defRPr>
            </a:lvl1pPr>
          </a:lstStyle>
          <a:p>
            <a:r>
              <a:rPr lang="en-US" dirty="0"/>
              <a:t>Click to add title</a:t>
            </a:r>
          </a:p>
        </p:txBody>
      </p:sp>
    </p:spTree>
    <p:extLst>
      <p:ext uri="{BB962C8B-B14F-4D97-AF65-F5344CB8AC3E}">
        <p14:creationId xmlns:p14="http://schemas.microsoft.com/office/powerpoint/2010/main" val="321615989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Summary">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D2CF4D42-6C74-47FD-8195-943D55ADA87D}"/>
              </a:ext>
            </a:extLst>
          </p:cNvPr>
          <p:cNvSpPr>
            <a:spLocks noGrp="1"/>
          </p:cNvSpPr>
          <p:nvPr>
            <p:ph type="pic" sz="quarter" idx="13" hasCustomPrompt="1"/>
          </p:nvPr>
        </p:nvSpPr>
        <p:spPr>
          <a:xfrm>
            <a:off x="0" y="0"/>
            <a:ext cx="12192000" cy="6858000"/>
          </a:xfrm>
        </p:spPr>
        <p:txBody>
          <a:bodyPr/>
          <a:lstStyle>
            <a:lvl1pPr marL="0" indent="0" algn="ctr">
              <a:buNone/>
              <a:defRPr>
                <a:solidFill>
                  <a:schemeClr val="tx1"/>
                </a:solidFill>
              </a:defRPr>
            </a:lvl1pPr>
          </a:lstStyle>
          <a:p>
            <a:r>
              <a:rPr lang="en-US" dirty="0"/>
              <a:t>Click to add photo</a:t>
            </a:r>
          </a:p>
        </p:txBody>
      </p:sp>
      <p:sp>
        <p:nvSpPr>
          <p:cNvPr id="3" name="Date Placeholder 2">
            <a:extLst>
              <a:ext uri="{FF2B5EF4-FFF2-40B4-BE49-F238E27FC236}">
                <a16:creationId xmlns:a16="http://schemas.microsoft.com/office/drawing/2014/main" id="{59275658-2C01-4217-AE99-DF0FDFFE43C5}"/>
              </a:ext>
            </a:extLst>
          </p:cNvPr>
          <p:cNvSpPr>
            <a:spLocks noGrp="1"/>
          </p:cNvSpPr>
          <p:nvPr>
            <p:ph type="dt" sz="half" idx="10"/>
          </p:nvPr>
        </p:nvSpPr>
        <p:spPr/>
        <p:txBody>
          <a:bodyPr/>
          <a:lstStyle/>
          <a:p>
            <a:r>
              <a:rPr lang="en-US" dirty="0"/>
              <a:t>8/06/20XX</a:t>
            </a:r>
          </a:p>
        </p:txBody>
      </p:sp>
      <p:sp>
        <p:nvSpPr>
          <p:cNvPr id="4" name="Footer Placeholder 3">
            <a:extLst>
              <a:ext uri="{FF2B5EF4-FFF2-40B4-BE49-F238E27FC236}">
                <a16:creationId xmlns:a16="http://schemas.microsoft.com/office/drawing/2014/main" id="{3F913D93-CECF-4647-8DC2-8F7DD04E742B}"/>
              </a:ext>
            </a:extLst>
          </p:cNvPr>
          <p:cNvSpPr>
            <a:spLocks noGrp="1"/>
          </p:cNvSpPr>
          <p:nvPr>
            <p:ph type="ftr" sz="quarter" idx="1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03C60507-1EAA-4632-9D67-1BD599F4F549}"/>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11" name="Title 1">
            <a:extLst>
              <a:ext uri="{FF2B5EF4-FFF2-40B4-BE49-F238E27FC236}">
                <a16:creationId xmlns:a16="http://schemas.microsoft.com/office/drawing/2014/main" id="{2754639B-AD71-425C-BF07-356C0F14C96B}"/>
              </a:ext>
            </a:extLst>
          </p:cNvPr>
          <p:cNvSpPr>
            <a:spLocks noGrp="1"/>
          </p:cNvSpPr>
          <p:nvPr>
            <p:ph type="title" hasCustomPrompt="1"/>
          </p:nvPr>
        </p:nvSpPr>
        <p:spPr>
          <a:xfrm>
            <a:off x="0" y="1353381"/>
            <a:ext cx="5622878" cy="4151236"/>
          </a:xfrm>
          <a:solidFill>
            <a:schemeClr val="accent3">
              <a:alpha val="90000"/>
            </a:schemeClr>
          </a:solidFill>
        </p:spPr>
        <p:txBody>
          <a:bodyPr vert="horz" lIns="649224" tIns="749808" rIns="91440" bIns="45720" rtlCol="0" anchor="t">
            <a:noAutofit/>
          </a:bodyPr>
          <a:lstStyle>
            <a:lvl1pPr>
              <a:defRPr lang="en-US" sz="2800">
                <a:ln w="19050">
                  <a:solidFill>
                    <a:schemeClr val="bg1"/>
                  </a:solidFill>
                </a:ln>
                <a:ea typeface="+mn-ea"/>
                <a:cs typeface="+mn-cs"/>
              </a:defRPr>
            </a:lvl1pPr>
          </a:lstStyle>
          <a:p>
            <a:pPr marL="0" lvl="0" indent="0">
              <a:spcBef>
                <a:spcPts val="0"/>
              </a:spcBef>
              <a:buFont typeface="Arial" panose="020B0604020202020204" pitchFamily="34" charset="0"/>
            </a:pPr>
            <a:r>
              <a:rPr lang="en-US" dirty="0"/>
              <a:t>Click to add title</a:t>
            </a:r>
          </a:p>
        </p:txBody>
      </p:sp>
      <p:sp>
        <p:nvSpPr>
          <p:cNvPr id="8" name="Text Placeholder 17">
            <a:extLst>
              <a:ext uri="{FF2B5EF4-FFF2-40B4-BE49-F238E27FC236}">
                <a16:creationId xmlns:a16="http://schemas.microsoft.com/office/drawing/2014/main" id="{64CF3C46-90B8-467D-9D50-086B9135701F}"/>
              </a:ext>
            </a:extLst>
          </p:cNvPr>
          <p:cNvSpPr>
            <a:spLocks noGrp="1"/>
          </p:cNvSpPr>
          <p:nvPr>
            <p:ph type="body" sz="quarter" idx="15" hasCustomPrompt="1"/>
          </p:nvPr>
        </p:nvSpPr>
        <p:spPr>
          <a:xfrm>
            <a:off x="577993" y="2689071"/>
            <a:ext cx="4567209" cy="2212496"/>
          </a:xfrm>
        </p:spPr>
        <p:txBody>
          <a:bodyPr>
            <a:noAutofit/>
          </a:bodyPr>
          <a:lstStyle>
            <a:lvl1pPr marL="0" indent="0" algn="l">
              <a:lnSpc>
                <a:spcPct val="125000"/>
              </a:lnSpc>
              <a:buNone/>
              <a:defRPr sz="1400" spc="100" baseline="0">
                <a:solidFill>
                  <a:schemeClr val="bg1"/>
                </a:solidFill>
              </a:defRPr>
            </a:lvl1pPr>
          </a:lstStyle>
          <a:p>
            <a:pPr lvl="0"/>
            <a:r>
              <a:rPr lang="en-US" dirty="0"/>
              <a:t>Click to add text</a:t>
            </a:r>
          </a:p>
        </p:txBody>
      </p:sp>
    </p:spTree>
    <p:extLst>
      <p:ext uri="{BB962C8B-B14F-4D97-AF65-F5344CB8AC3E}">
        <p14:creationId xmlns:p14="http://schemas.microsoft.com/office/powerpoint/2010/main" val="14052813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Thank You">
    <p:bg>
      <p:bgPr>
        <a:solidFill>
          <a:schemeClr val="tx1"/>
        </a:solidFill>
        <a:effectLst/>
      </p:bgPr>
    </p:bg>
    <p:spTree>
      <p:nvGrpSpPr>
        <p:cNvPr id="1" name=""/>
        <p:cNvGrpSpPr/>
        <p:nvPr/>
      </p:nvGrpSpPr>
      <p:grpSpPr>
        <a:xfrm>
          <a:off x="0" y="0"/>
          <a:ext cx="0" cy="0"/>
          <a:chOff x="0" y="0"/>
          <a:chExt cx="0" cy="0"/>
        </a:xfrm>
      </p:grpSpPr>
      <p:sp>
        <p:nvSpPr>
          <p:cNvPr id="6" name="Picture Placeholder 7">
            <a:extLst>
              <a:ext uri="{FF2B5EF4-FFF2-40B4-BE49-F238E27FC236}">
                <a16:creationId xmlns:a16="http://schemas.microsoft.com/office/drawing/2014/main" id="{10B86B2D-56E1-4FB2-8CC9-DBC6C0B6EB09}"/>
              </a:ext>
            </a:extLst>
          </p:cNvPr>
          <p:cNvSpPr>
            <a:spLocks noGrp="1"/>
          </p:cNvSpPr>
          <p:nvPr>
            <p:ph type="pic" sz="quarter" idx="13" hasCustomPrompt="1"/>
          </p:nvPr>
        </p:nvSpPr>
        <p:spPr>
          <a:xfrm flipH="1">
            <a:off x="0" y="0"/>
            <a:ext cx="8153400" cy="6858000"/>
          </a:xfrm>
        </p:spPr>
        <p:txBody>
          <a:bodyPr/>
          <a:lstStyle>
            <a:lvl1pPr marL="0" indent="0" algn="ctr">
              <a:buNone/>
              <a:defRPr>
                <a:solidFill>
                  <a:schemeClr val="bg1"/>
                </a:solidFill>
              </a:defRPr>
            </a:lvl1pPr>
          </a:lstStyle>
          <a:p>
            <a:r>
              <a:rPr lang="en-US" dirty="0"/>
              <a:t>Click to add photo</a:t>
            </a:r>
          </a:p>
        </p:txBody>
      </p:sp>
      <p:sp>
        <p:nvSpPr>
          <p:cNvPr id="8" name="Text Placeholder 17">
            <a:extLst>
              <a:ext uri="{FF2B5EF4-FFF2-40B4-BE49-F238E27FC236}">
                <a16:creationId xmlns:a16="http://schemas.microsoft.com/office/drawing/2014/main" id="{1D70C38F-1ABB-4C86-972A-E388226700C8}"/>
              </a:ext>
            </a:extLst>
          </p:cNvPr>
          <p:cNvSpPr>
            <a:spLocks noGrp="1"/>
          </p:cNvSpPr>
          <p:nvPr>
            <p:ph type="body" sz="quarter" idx="15" hasCustomPrompt="1"/>
          </p:nvPr>
        </p:nvSpPr>
        <p:spPr>
          <a:xfrm>
            <a:off x="7465112" y="2326705"/>
            <a:ext cx="4114592" cy="2212496"/>
          </a:xfrm>
        </p:spPr>
        <p:txBody>
          <a:bodyPr>
            <a:noAutofit/>
          </a:bodyPr>
          <a:lstStyle>
            <a:lvl1pPr marL="0" indent="0" algn="l">
              <a:lnSpc>
                <a:spcPct val="125000"/>
              </a:lnSpc>
              <a:buNone/>
              <a:defRPr sz="1400" spc="100" baseline="0">
                <a:solidFill>
                  <a:schemeClr val="bg1"/>
                </a:solidFill>
              </a:defRPr>
            </a:lvl1pPr>
          </a:lstStyle>
          <a:p>
            <a:pPr lvl="0"/>
            <a:r>
              <a:rPr lang="en-US"/>
              <a:t>Click to add text</a:t>
            </a:r>
          </a:p>
        </p:txBody>
      </p:sp>
      <p:sp>
        <p:nvSpPr>
          <p:cNvPr id="3" name="Date Placeholder 2">
            <a:extLst>
              <a:ext uri="{FF2B5EF4-FFF2-40B4-BE49-F238E27FC236}">
                <a16:creationId xmlns:a16="http://schemas.microsoft.com/office/drawing/2014/main" id="{319B0AE4-4C17-4975-A59C-4D9EFE584062}"/>
              </a:ext>
            </a:extLst>
          </p:cNvPr>
          <p:cNvSpPr>
            <a:spLocks noGrp="1"/>
          </p:cNvSpPr>
          <p:nvPr>
            <p:ph type="dt" sz="half" idx="10"/>
          </p:nvPr>
        </p:nvSpPr>
        <p:spPr/>
        <p:txBody>
          <a:bodyPr/>
          <a:lstStyle/>
          <a:p>
            <a:r>
              <a:rPr lang="en-US" dirty="0"/>
              <a:t>8/06/20XX</a:t>
            </a:r>
          </a:p>
        </p:txBody>
      </p:sp>
      <p:sp>
        <p:nvSpPr>
          <p:cNvPr id="4" name="Footer Placeholder 3">
            <a:extLst>
              <a:ext uri="{FF2B5EF4-FFF2-40B4-BE49-F238E27FC236}">
                <a16:creationId xmlns:a16="http://schemas.microsoft.com/office/drawing/2014/main" id="{D5FC9023-3371-40C0-A618-BF8AA20FFE56}"/>
              </a:ext>
            </a:extLst>
          </p:cNvPr>
          <p:cNvSpPr>
            <a:spLocks noGrp="1"/>
          </p:cNvSpPr>
          <p:nvPr>
            <p:ph type="ftr" sz="quarter" idx="1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C8221E28-544B-4D00-A151-341F3D7EC99A}"/>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2" name="Title 1">
            <a:extLst>
              <a:ext uri="{FF2B5EF4-FFF2-40B4-BE49-F238E27FC236}">
                <a16:creationId xmlns:a16="http://schemas.microsoft.com/office/drawing/2014/main" id="{0E907CF0-318A-401D-9F77-B63C65D2968E}"/>
              </a:ext>
            </a:extLst>
          </p:cNvPr>
          <p:cNvSpPr>
            <a:spLocks noGrp="1"/>
          </p:cNvSpPr>
          <p:nvPr>
            <p:ph type="title" hasCustomPrompt="1"/>
          </p:nvPr>
        </p:nvSpPr>
        <p:spPr>
          <a:xfrm>
            <a:off x="7452360" y="1728566"/>
            <a:ext cx="4127344" cy="724702"/>
          </a:xfrm>
        </p:spPr>
        <p:txBody>
          <a:bodyPr anchor="t">
            <a:noAutofit/>
          </a:bodyPr>
          <a:lstStyle>
            <a:lvl1pPr>
              <a:defRPr sz="2800">
                <a:ln w="19050">
                  <a:solidFill>
                    <a:schemeClr val="bg1"/>
                  </a:solidFill>
                </a:ln>
              </a:defRPr>
            </a:lvl1pPr>
          </a:lstStyle>
          <a:p>
            <a:r>
              <a:rPr lang="en-US" dirty="0"/>
              <a:t>Click to add title</a:t>
            </a:r>
          </a:p>
        </p:txBody>
      </p:sp>
    </p:spTree>
    <p:extLst>
      <p:ext uri="{BB962C8B-B14F-4D97-AF65-F5344CB8AC3E}">
        <p14:creationId xmlns:p14="http://schemas.microsoft.com/office/powerpoint/2010/main" val="309560570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e Full Team">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6B7C369-B3B1-47DB-AFB5-4A2FA0A0469C}"/>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3" name="Date Placeholder 2">
            <a:extLst>
              <a:ext uri="{FF2B5EF4-FFF2-40B4-BE49-F238E27FC236}">
                <a16:creationId xmlns:a16="http://schemas.microsoft.com/office/drawing/2014/main" id="{26EDB6E9-4285-4C1C-9752-2D43D60780B6}"/>
              </a:ext>
            </a:extLst>
          </p:cNvPr>
          <p:cNvSpPr>
            <a:spLocks noGrp="1"/>
          </p:cNvSpPr>
          <p:nvPr>
            <p:ph type="dt" sz="half" idx="10"/>
          </p:nvPr>
        </p:nvSpPr>
        <p:spPr/>
        <p:txBody>
          <a:bodyPr/>
          <a:lstStyle/>
          <a:p>
            <a:r>
              <a:rPr lang="en-US" dirty="0"/>
              <a:t>8/06/20XX</a:t>
            </a:r>
          </a:p>
        </p:txBody>
      </p:sp>
      <p:sp>
        <p:nvSpPr>
          <p:cNvPr id="4" name="Footer Placeholder 3">
            <a:extLst>
              <a:ext uri="{FF2B5EF4-FFF2-40B4-BE49-F238E27FC236}">
                <a16:creationId xmlns:a16="http://schemas.microsoft.com/office/drawing/2014/main" id="{B52EDB06-237E-4E77-B217-FD0E19A41086}"/>
              </a:ext>
            </a:extLst>
          </p:cNvPr>
          <p:cNvSpPr>
            <a:spLocks noGrp="1"/>
          </p:cNvSpPr>
          <p:nvPr>
            <p:ph type="ftr" sz="quarter" idx="1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A0BACDA0-CD42-4B14-A524-FF6FF7E28A6A}"/>
              </a:ext>
            </a:extLst>
          </p:cNvPr>
          <p:cNvSpPr>
            <a:spLocks noGrp="1"/>
          </p:cNvSpPr>
          <p:nvPr>
            <p:ph type="sldNum" sz="quarter" idx="12"/>
          </p:nvPr>
        </p:nvSpPr>
        <p:spPr/>
        <p:txBody>
          <a:bodyPr/>
          <a:lstStyle/>
          <a:p>
            <a:fld id="{A402E4C0-AD5E-4E8C-9F21-7CCE474BDCEB}" type="slidenum">
              <a:rPr lang="en-US" smtClean="0"/>
              <a:pPr/>
              <a:t>‹#›</a:t>
            </a:fld>
            <a:endParaRPr lang="en-US" dirty="0"/>
          </a:p>
        </p:txBody>
      </p:sp>
      <p:sp>
        <p:nvSpPr>
          <p:cNvPr id="11" name="Rectangle 10">
            <a:extLst>
              <a:ext uri="{FF2B5EF4-FFF2-40B4-BE49-F238E27FC236}">
                <a16:creationId xmlns:a16="http://schemas.microsoft.com/office/drawing/2014/main" id="{C8C5DE79-8AB4-425F-A9CB-B17901806732}"/>
              </a:ext>
            </a:extLst>
          </p:cNvPr>
          <p:cNvSpPr/>
          <p:nvPr userDrawn="1"/>
        </p:nvSpPr>
        <p:spPr>
          <a:xfrm>
            <a:off x="739302" y="739302"/>
            <a:ext cx="10713396" cy="5379396"/>
          </a:xfrm>
          <a:prstGeom prst="rect">
            <a:avLst/>
          </a:prstGeom>
          <a:solidFill>
            <a:schemeClr val="bg2">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Text Placeholder 10">
            <a:extLst>
              <a:ext uri="{FF2B5EF4-FFF2-40B4-BE49-F238E27FC236}">
                <a16:creationId xmlns:a16="http://schemas.microsoft.com/office/drawing/2014/main" id="{A8FDD580-B69C-4AF1-9C0C-1CF94ECEB278}"/>
              </a:ext>
            </a:extLst>
          </p:cNvPr>
          <p:cNvSpPr>
            <a:spLocks noGrp="1"/>
          </p:cNvSpPr>
          <p:nvPr>
            <p:ph type="body" sz="quarter" idx="18" hasCustomPrompt="1"/>
          </p:nvPr>
        </p:nvSpPr>
        <p:spPr>
          <a:xfrm>
            <a:off x="1418477" y="5098599"/>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32" name="Text Placeholder 10">
            <a:extLst>
              <a:ext uri="{FF2B5EF4-FFF2-40B4-BE49-F238E27FC236}">
                <a16:creationId xmlns:a16="http://schemas.microsoft.com/office/drawing/2014/main" id="{7A72E08F-5B05-415B-A503-4CED86D11FE1}"/>
              </a:ext>
            </a:extLst>
          </p:cNvPr>
          <p:cNvSpPr>
            <a:spLocks noGrp="1"/>
          </p:cNvSpPr>
          <p:nvPr>
            <p:ph type="body" sz="quarter" idx="19" hasCustomPrompt="1"/>
          </p:nvPr>
        </p:nvSpPr>
        <p:spPr>
          <a:xfrm>
            <a:off x="1418477" y="5414833"/>
            <a:ext cx="2118414" cy="33211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36" name="Text Placeholder 10">
            <a:extLst>
              <a:ext uri="{FF2B5EF4-FFF2-40B4-BE49-F238E27FC236}">
                <a16:creationId xmlns:a16="http://schemas.microsoft.com/office/drawing/2014/main" id="{02D7BE41-1227-4D94-AC6E-F4D007491740}"/>
              </a:ext>
            </a:extLst>
          </p:cNvPr>
          <p:cNvSpPr>
            <a:spLocks noGrp="1"/>
          </p:cNvSpPr>
          <p:nvPr>
            <p:ph type="body" sz="quarter" idx="23" hasCustomPrompt="1"/>
          </p:nvPr>
        </p:nvSpPr>
        <p:spPr>
          <a:xfrm>
            <a:off x="3839016" y="5098599"/>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37" name="Text Placeholder 10">
            <a:extLst>
              <a:ext uri="{FF2B5EF4-FFF2-40B4-BE49-F238E27FC236}">
                <a16:creationId xmlns:a16="http://schemas.microsoft.com/office/drawing/2014/main" id="{C7E8138A-A795-4EF2-B1FF-1A36693A3593}"/>
              </a:ext>
            </a:extLst>
          </p:cNvPr>
          <p:cNvSpPr>
            <a:spLocks noGrp="1"/>
          </p:cNvSpPr>
          <p:nvPr>
            <p:ph type="body" sz="quarter" idx="24" hasCustomPrompt="1"/>
          </p:nvPr>
        </p:nvSpPr>
        <p:spPr>
          <a:xfrm>
            <a:off x="3839016" y="5414833"/>
            <a:ext cx="2118414" cy="33211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38" name="Text Placeholder 10">
            <a:extLst>
              <a:ext uri="{FF2B5EF4-FFF2-40B4-BE49-F238E27FC236}">
                <a16:creationId xmlns:a16="http://schemas.microsoft.com/office/drawing/2014/main" id="{77F66B66-F2E4-439A-A7DF-A9A64B0DF7BB}"/>
              </a:ext>
            </a:extLst>
          </p:cNvPr>
          <p:cNvSpPr>
            <a:spLocks noGrp="1"/>
          </p:cNvSpPr>
          <p:nvPr>
            <p:ph type="body" sz="quarter" idx="25" hasCustomPrompt="1"/>
          </p:nvPr>
        </p:nvSpPr>
        <p:spPr>
          <a:xfrm>
            <a:off x="6259555" y="5098599"/>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39" name="Text Placeholder 10">
            <a:extLst>
              <a:ext uri="{FF2B5EF4-FFF2-40B4-BE49-F238E27FC236}">
                <a16:creationId xmlns:a16="http://schemas.microsoft.com/office/drawing/2014/main" id="{13CDFA66-0739-48E3-97B6-F63F13A0A838}"/>
              </a:ext>
            </a:extLst>
          </p:cNvPr>
          <p:cNvSpPr>
            <a:spLocks noGrp="1"/>
          </p:cNvSpPr>
          <p:nvPr>
            <p:ph type="body" sz="quarter" idx="26" hasCustomPrompt="1"/>
          </p:nvPr>
        </p:nvSpPr>
        <p:spPr>
          <a:xfrm>
            <a:off x="6259555" y="5414833"/>
            <a:ext cx="2118414" cy="33211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40" name="Text Placeholder 10">
            <a:extLst>
              <a:ext uri="{FF2B5EF4-FFF2-40B4-BE49-F238E27FC236}">
                <a16:creationId xmlns:a16="http://schemas.microsoft.com/office/drawing/2014/main" id="{B4EE4B66-F80E-45BB-B2FE-CC11E1FBAF24}"/>
              </a:ext>
            </a:extLst>
          </p:cNvPr>
          <p:cNvSpPr>
            <a:spLocks noGrp="1"/>
          </p:cNvSpPr>
          <p:nvPr>
            <p:ph type="body" sz="quarter" idx="27" hasCustomPrompt="1"/>
          </p:nvPr>
        </p:nvSpPr>
        <p:spPr>
          <a:xfrm>
            <a:off x="8680094" y="5098599"/>
            <a:ext cx="2118415"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41" name="Text Placeholder 10">
            <a:extLst>
              <a:ext uri="{FF2B5EF4-FFF2-40B4-BE49-F238E27FC236}">
                <a16:creationId xmlns:a16="http://schemas.microsoft.com/office/drawing/2014/main" id="{51F734C1-F867-4FB6-A239-D99ED9E4C54D}"/>
              </a:ext>
            </a:extLst>
          </p:cNvPr>
          <p:cNvSpPr>
            <a:spLocks noGrp="1"/>
          </p:cNvSpPr>
          <p:nvPr>
            <p:ph type="body" sz="quarter" idx="28" hasCustomPrompt="1"/>
          </p:nvPr>
        </p:nvSpPr>
        <p:spPr>
          <a:xfrm>
            <a:off x="8680094" y="5414833"/>
            <a:ext cx="2118415" cy="332113"/>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62" name="Picture Placeholder 9">
            <a:extLst>
              <a:ext uri="{FF2B5EF4-FFF2-40B4-BE49-F238E27FC236}">
                <a16:creationId xmlns:a16="http://schemas.microsoft.com/office/drawing/2014/main" id="{11E88FD1-69BB-4254-81B8-7B383CE8D2D0}"/>
              </a:ext>
            </a:extLst>
          </p:cNvPr>
          <p:cNvSpPr>
            <a:spLocks noGrp="1"/>
          </p:cNvSpPr>
          <p:nvPr>
            <p:ph type="pic" sz="quarter" idx="29" hasCustomPrompt="1"/>
          </p:nvPr>
        </p:nvSpPr>
        <p:spPr>
          <a:xfrm>
            <a:off x="2002390" y="2327255"/>
            <a:ext cx="950588" cy="685062"/>
          </a:xfrm>
          <a:prstGeom prst="rect">
            <a:avLst/>
          </a:prstGeom>
        </p:spPr>
        <p:txBody>
          <a:bodyPr anchor="ctr">
            <a:normAutofit/>
          </a:bodyPr>
          <a:lstStyle>
            <a:lvl1pPr marL="0" indent="0" algn="ctr">
              <a:buNone/>
              <a:defRPr sz="1200"/>
            </a:lvl1pPr>
          </a:lstStyle>
          <a:p>
            <a:r>
              <a:rPr lang="en-US" dirty="0"/>
              <a:t>Click to add photo</a:t>
            </a:r>
          </a:p>
        </p:txBody>
      </p:sp>
      <p:sp>
        <p:nvSpPr>
          <p:cNvPr id="63" name="Text Placeholder 10">
            <a:extLst>
              <a:ext uri="{FF2B5EF4-FFF2-40B4-BE49-F238E27FC236}">
                <a16:creationId xmlns:a16="http://schemas.microsoft.com/office/drawing/2014/main" id="{E6EBB7F2-ABDB-41F2-8A6B-93196276ABF5}"/>
              </a:ext>
            </a:extLst>
          </p:cNvPr>
          <p:cNvSpPr>
            <a:spLocks noGrp="1"/>
          </p:cNvSpPr>
          <p:nvPr>
            <p:ph type="body" sz="quarter" idx="30" hasCustomPrompt="1"/>
          </p:nvPr>
        </p:nvSpPr>
        <p:spPr>
          <a:xfrm>
            <a:off x="1418477" y="3263610"/>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64" name="Text Placeholder 10">
            <a:extLst>
              <a:ext uri="{FF2B5EF4-FFF2-40B4-BE49-F238E27FC236}">
                <a16:creationId xmlns:a16="http://schemas.microsoft.com/office/drawing/2014/main" id="{4D66759F-DBAD-46B4-929C-18F2FB541B00}"/>
              </a:ext>
            </a:extLst>
          </p:cNvPr>
          <p:cNvSpPr>
            <a:spLocks noGrp="1"/>
          </p:cNvSpPr>
          <p:nvPr>
            <p:ph type="body" sz="quarter" idx="31" hasCustomPrompt="1"/>
          </p:nvPr>
        </p:nvSpPr>
        <p:spPr>
          <a:xfrm>
            <a:off x="1418477" y="3579845"/>
            <a:ext cx="2118414" cy="390545"/>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68" name="Text Placeholder 10">
            <a:extLst>
              <a:ext uri="{FF2B5EF4-FFF2-40B4-BE49-F238E27FC236}">
                <a16:creationId xmlns:a16="http://schemas.microsoft.com/office/drawing/2014/main" id="{07D90C20-BFF7-4D04-AD95-1861DF74509F}"/>
              </a:ext>
            </a:extLst>
          </p:cNvPr>
          <p:cNvSpPr>
            <a:spLocks noGrp="1"/>
          </p:cNvSpPr>
          <p:nvPr>
            <p:ph type="body" sz="quarter" idx="35" hasCustomPrompt="1"/>
          </p:nvPr>
        </p:nvSpPr>
        <p:spPr>
          <a:xfrm>
            <a:off x="3839016" y="3263610"/>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69" name="Text Placeholder 10">
            <a:extLst>
              <a:ext uri="{FF2B5EF4-FFF2-40B4-BE49-F238E27FC236}">
                <a16:creationId xmlns:a16="http://schemas.microsoft.com/office/drawing/2014/main" id="{EF54F366-5FD7-4707-A0E3-FAFA53156C29}"/>
              </a:ext>
            </a:extLst>
          </p:cNvPr>
          <p:cNvSpPr>
            <a:spLocks noGrp="1"/>
          </p:cNvSpPr>
          <p:nvPr>
            <p:ph type="body" sz="quarter" idx="36" hasCustomPrompt="1"/>
          </p:nvPr>
        </p:nvSpPr>
        <p:spPr>
          <a:xfrm>
            <a:off x="3839016" y="3579845"/>
            <a:ext cx="2118414" cy="390545"/>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70" name="Text Placeholder 10">
            <a:extLst>
              <a:ext uri="{FF2B5EF4-FFF2-40B4-BE49-F238E27FC236}">
                <a16:creationId xmlns:a16="http://schemas.microsoft.com/office/drawing/2014/main" id="{A51158F4-509A-44E4-A601-2CD7AEDE7380}"/>
              </a:ext>
            </a:extLst>
          </p:cNvPr>
          <p:cNvSpPr>
            <a:spLocks noGrp="1"/>
          </p:cNvSpPr>
          <p:nvPr>
            <p:ph type="body" sz="quarter" idx="37" hasCustomPrompt="1"/>
          </p:nvPr>
        </p:nvSpPr>
        <p:spPr>
          <a:xfrm>
            <a:off x="6259555" y="3263610"/>
            <a:ext cx="2118414"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71" name="Text Placeholder 10">
            <a:extLst>
              <a:ext uri="{FF2B5EF4-FFF2-40B4-BE49-F238E27FC236}">
                <a16:creationId xmlns:a16="http://schemas.microsoft.com/office/drawing/2014/main" id="{DA9AC8DA-4C66-4D66-9075-59DC95E2AC33}"/>
              </a:ext>
            </a:extLst>
          </p:cNvPr>
          <p:cNvSpPr>
            <a:spLocks noGrp="1"/>
          </p:cNvSpPr>
          <p:nvPr>
            <p:ph type="body" sz="quarter" idx="38" hasCustomPrompt="1"/>
          </p:nvPr>
        </p:nvSpPr>
        <p:spPr>
          <a:xfrm>
            <a:off x="6259555" y="3579845"/>
            <a:ext cx="2118414" cy="390545"/>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72" name="Text Placeholder 10">
            <a:extLst>
              <a:ext uri="{FF2B5EF4-FFF2-40B4-BE49-F238E27FC236}">
                <a16:creationId xmlns:a16="http://schemas.microsoft.com/office/drawing/2014/main" id="{F3A598D9-D412-4C15-A31C-3A4842B32E1F}"/>
              </a:ext>
            </a:extLst>
          </p:cNvPr>
          <p:cNvSpPr>
            <a:spLocks noGrp="1"/>
          </p:cNvSpPr>
          <p:nvPr>
            <p:ph type="body" sz="quarter" idx="39" hasCustomPrompt="1"/>
          </p:nvPr>
        </p:nvSpPr>
        <p:spPr>
          <a:xfrm>
            <a:off x="8680094" y="3263610"/>
            <a:ext cx="2118415" cy="332113"/>
          </a:xfrm>
          <a:prstGeom prst="rect">
            <a:avLst/>
          </a:prstGeom>
        </p:spPr>
        <p:txBody>
          <a:bodyPr anchor="b">
            <a:normAutofit/>
          </a:bodyPr>
          <a:lstStyle>
            <a:lvl1pPr marL="0" indent="0" algn="ctr">
              <a:buNone/>
              <a:defRPr sz="1400" cap="all" spc="100" baseline="0">
                <a:solidFill>
                  <a:schemeClr val="accent2"/>
                </a:solidFill>
                <a:latin typeface="+mj-lt"/>
              </a:defRPr>
            </a:lvl1pPr>
          </a:lstStyle>
          <a:p>
            <a:pPr lvl="0"/>
            <a:r>
              <a:rPr lang="en-US"/>
              <a:t>Add name</a:t>
            </a:r>
          </a:p>
        </p:txBody>
      </p:sp>
      <p:sp>
        <p:nvSpPr>
          <p:cNvPr id="73" name="Text Placeholder 10">
            <a:extLst>
              <a:ext uri="{FF2B5EF4-FFF2-40B4-BE49-F238E27FC236}">
                <a16:creationId xmlns:a16="http://schemas.microsoft.com/office/drawing/2014/main" id="{14A0A9AD-40F7-4203-917C-8BFBF4FCF2C0}"/>
              </a:ext>
            </a:extLst>
          </p:cNvPr>
          <p:cNvSpPr>
            <a:spLocks noGrp="1"/>
          </p:cNvSpPr>
          <p:nvPr>
            <p:ph type="body" sz="quarter" idx="40" hasCustomPrompt="1"/>
          </p:nvPr>
        </p:nvSpPr>
        <p:spPr>
          <a:xfrm>
            <a:off x="8680094" y="3579845"/>
            <a:ext cx="2118415" cy="390545"/>
          </a:xfrm>
          <a:prstGeom prst="rect">
            <a:avLst/>
          </a:prstGeom>
        </p:spPr>
        <p:txBody>
          <a:bodyPr anchor="t">
            <a:normAutofit/>
          </a:bodyPr>
          <a:lstStyle>
            <a:lvl1pPr marL="0" indent="0" algn="ctr">
              <a:buNone/>
              <a:defRPr sz="1200" cap="none" spc="100" baseline="0">
                <a:solidFill>
                  <a:schemeClr val="tx1"/>
                </a:solidFill>
                <a:latin typeface="+mn-lt"/>
              </a:defRPr>
            </a:lvl1pPr>
          </a:lstStyle>
          <a:p>
            <a:pPr lvl="0"/>
            <a:r>
              <a:rPr lang="en-US"/>
              <a:t>Add title</a:t>
            </a:r>
          </a:p>
        </p:txBody>
      </p:sp>
      <p:sp>
        <p:nvSpPr>
          <p:cNvPr id="74" name="Rectangle 73">
            <a:extLst>
              <a:ext uri="{FF2B5EF4-FFF2-40B4-BE49-F238E27FC236}">
                <a16:creationId xmlns:a16="http://schemas.microsoft.com/office/drawing/2014/main" id="{129E220D-4268-4E0B-B292-D87F92DF6ED3}"/>
              </a:ext>
            </a:extLst>
          </p:cNvPr>
          <p:cNvSpPr/>
          <p:nvPr userDrawn="1"/>
        </p:nvSpPr>
        <p:spPr>
          <a:xfrm>
            <a:off x="1947081" y="2272648"/>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Picture Placeholder 9">
            <a:extLst>
              <a:ext uri="{FF2B5EF4-FFF2-40B4-BE49-F238E27FC236}">
                <a16:creationId xmlns:a16="http://schemas.microsoft.com/office/drawing/2014/main" id="{2DB6BDC2-D18B-4AF7-9B33-2FB86D67A64A}"/>
              </a:ext>
            </a:extLst>
          </p:cNvPr>
          <p:cNvSpPr>
            <a:spLocks noGrp="1"/>
          </p:cNvSpPr>
          <p:nvPr>
            <p:ph type="pic" sz="quarter" idx="41" hasCustomPrompt="1"/>
          </p:nvPr>
        </p:nvSpPr>
        <p:spPr>
          <a:xfrm>
            <a:off x="2002390" y="4154796"/>
            <a:ext cx="950588" cy="685062"/>
          </a:xfrm>
          <a:prstGeom prst="rect">
            <a:avLst/>
          </a:prstGeom>
        </p:spPr>
        <p:txBody>
          <a:bodyPr anchor="ctr">
            <a:normAutofit/>
          </a:bodyPr>
          <a:lstStyle>
            <a:lvl1pPr marL="0" indent="0" algn="ctr">
              <a:buNone/>
              <a:defRPr sz="1200"/>
            </a:lvl1pPr>
          </a:lstStyle>
          <a:p>
            <a:r>
              <a:rPr lang="en-US" dirty="0"/>
              <a:t>Click to add photo</a:t>
            </a:r>
          </a:p>
        </p:txBody>
      </p:sp>
      <p:sp>
        <p:nvSpPr>
          <p:cNvPr id="79" name="Rectangle 78">
            <a:extLst>
              <a:ext uri="{FF2B5EF4-FFF2-40B4-BE49-F238E27FC236}">
                <a16:creationId xmlns:a16="http://schemas.microsoft.com/office/drawing/2014/main" id="{CB9D855A-B11D-44DC-BBE1-7BA68BD18E68}"/>
              </a:ext>
            </a:extLst>
          </p:cNvPr>
          <p:cNvSpPr/>
          <p:nvPr userDrawn="1"/>
        </p:nvSpPr>
        <p:spPr>
          <a:xfrm>
            <a:off x="1947081" y="4100189"/>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Picture Placeholder 9">
            <a:extLst>
              <a:ext uri="{FF2B5EF4-FFF2-40B4-BE49-F238E27FC236}">
                <a16:creationId xmlns:a16="http://schemas.microsoft.com/office/drawing/2014/main" id="{D12B69C6-4468-4017-A141-0864B9065E88}"/>
              </a:ext>
            </a:extLst>
          </p:cNvPr>
          <p:cNvSpPr>
            <a:spLocks noGrp="1"/>
          </p:cNvSpPr>
          <p:nvPr>
            <p:ph type="pic" sz="quarter" idx="42" hasCustomPrompt="1"/>
          </p:nvPr>
        </p:nvSpPr>
        <p:spPr>
          <a:xfrm>
            <a:off x="4422929" y="2319234"/>
            <a:ext cx="950588" cy="685062"/>
          </a:xfrm>
          <a:prstGeom prst="rect">
            <a:avLst/>
          </a:prstGeom>
        </p:spPr>
        <p:txBody>
          <a:bodyPr anchor="ctr">
            <a:normAutofit/>
          </a:bodyPr>
          <a:lstStyle>
            <a:lvl1pPr marL="0" indent="0" algn="ctr">
              <a:buNone/>
              <a:defRPr sz="1200"/>
            </a:lvl1pPr>
          </a:lstStyle>
          <a:p>
            <a:r>
              <a:rPr lang="en-US" dirty="0"/>
              <a:t>Click to add photo</a:t>
            </a:r>
          </a:p>
        </p:txBody>
      </p:sp>
      <p:sp>
        <p:nvSpPr>
          <p:cNvPr id="81" name="Rectangle 80">
            <a:extLst>
              <a:ext uri="{FF2B5EF4-FFF2-40B4-BE49-F238E27FC236}">
                <a16:creationId xmlns:a16="http://schemas.microsoft.com/office/drawing/2014/main" id="{E874C203-B833-4D0D-9674-D25DFA3F9606}"/>
              </a:ext>
            </a:extLst>
          </p:cNvPr>
          <p:cNvSpPr/>
          <p:nvPr userDrawn="1"/>
        </p:nvSpPr>
        <p:spPr>
          <a:xfrm>
            <a:off x="4367620" y="2264627"/>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Picture Placeholder 9">
            <a:extLst>
              <a:ext uri="{FF2B5EF4-FFF2-40B4-BE49-F238E27FC236}">
                <a16:creationId xmlns:a16="http://schemas.microsoft.com/office/drawing/2014/main" id="{0B83E94D-7A2E-4F82-9F6F-414BB1EE1F9D}"/>
              </a:ext>
            </a:extLst>
          </p:cNvPr>
          <p:cNvSpPr>
            <a:spLocks noGrp="1"/>
          </p:cNvSpPr>
          <p:nvPr>
            <p:ph type="pic" sz="quarter" idx="43" hasCustomPrompt="1"/>
          </p:nvPr>
        </p:nvSpPr>
        <p:spPr>
          <a:xfrm>
            <a:off x="4422929" y="4146775"/>
            <a:ext cx="950588" cy="685062"/>
          </a:xfrm>
          <a:prstGeom prst="rect">
            <a:avLst/>
          </a:prstGeom>
        </p:spPr>
        <p:txBody>
          <a:bodyPr anchor="ctr">
            <a:normAutofit/>
          </a:bodyPr>
          <a:lstStyle>
            <a:lvl1pPr marL="0" indent="0" algn="ctr">
              <a:buNone/>
              <a:defRPr sz="1200"/>
            </a:lvl1pPr>
          </a:lstStyle>
          <a:p>
            <a:r>
              <a:rPr lang="en-US" dirty="0"/>
              <a:t>Click to add photo</a:t>
            </a:r>
          </a:p>
        </p:txBody>
      </p:sp>
      <p:sp>
        <p:nvSpPr>
          <p:cNvPr id="83" name="Rectangle 82">
            <a:extLst>
              <a:ext uri="{FF2B5EF4-FFF2-40B4-BE49-F238E27FC236}">
                <a16:creationId xmlns:a16="http://schemas.microsoft.com/office/drawing/2014/main" id="{454DE692-CD53-4D36-9E21-EDBFA9779183}"/>
              </a:ext>
            </a:extLst>
          </p:cNvPr>
          <p:cNvSpPr/>
          <p:nvPr userDrawn="1"/>
        </p:nvSpPr>
        <p:spPr>
          <a:xfrm>
            <a:off x="4367620" y="4092168"/>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Picture Placeholder 9">
            <a:extLst>
              <a:ext uri="{FF2B5EF4-FFF2-40B4-BE49-F238E27FC236}">
                <a16:creationId xmlns:a16="http://schemas.microsoft.com/office/drawing/2014/main" id="{722A2533-C7FE-4FF8-88EA-CC5A72E587E0}"/>
              </a:ext>
            </a:extLst>
          </p:cNvPr>
          <p:cNvSpPr>
            <a:spLocks noGrp="1"/>
          </p:cNvSpPr>
          <p:nvPr>
            <p:ph type="pic" sz="quarter" idx="44" hasCustomPrompt="1"/>
          </p:nvPr>
        </p:nvSpPr>
        <p:spPr>
          <a:xfrm>
            <a:off x="6843468" y="2323944"/>
            <a:ext cx="950588" cy="685062"/>
          </a:xfrm>
          <a:prstGeom prst="rect">
            <a:avLst/>
          </a:prstGeom>
        </p:spPr>
        <p:txBody>
          <a:bodyPr anchor="ctr">
            <a:normAutofit/>
          </a:bodyPr>
          <a:lstStyle>
            <a:lvl1pPr marL="0" indent="0" algn="ctr">
              <a:buNone/>
              <a:defRPr sz="1200"/>
            </a:lvl1pPr>
          </a:lstStyle>
          <a:p>
            <a:r>
              <a:rPr lang="en-US" dirty="0"/>
              <a:t>Click to add photo</a:t>
            </a:r>
          </a:p>
        </p:txBody>
      </p:sp>
      <p:sp>
        <p:nvSpPr>
          <p:cNvPr id="85" name="Rectangle 84">
            <a:extLst>
              <a:ext uri="{FF2B5EF4-FFF2-40B4-BE49-F238E27FC236}">
                <a16:creationId xmlns:a16="http://schemas.microsoft.com/office/drawing/2014/main" id="{60564730-564F-4992-974D-020B105689EE}"/>
              </a:ext>
            </a:extLst>
          </p:cNvPr>
          <p:cNvSpPr/>
          <p:nvPr userDrawn="1"/>
        </p:nvSpPr>
        <p:spPr>
          <a:xfrm>
            <a:off x="6788159" y="2269337"/>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Picture Placeholder 9">
            <a:extLst>
              <a:ext uri="{FF2B5EF4-FFF2-40B4-BE49-F238E27FC236}">
                <a16:creationId xmlns:a16="http://schemas.microsoft.com/office/drawing/2014/main" id="{3FF1C129-85E6-40AA-8026-14C47F0F038C}"/>
              </a:ext>
            </a:extLst>
          </p:cNvPr>
          <p:cNvSpPr>
            <a:spLocks noGrp="1"/>
          </p:cNvSpPr>
          <p:nvPr>
            <p:ph type="pic" sz="quarter" idx="45" hasCustomPrompt="1"/>
          </p:nvPr>
        </p:nvSpPr>
        <p:spPr>
          <a:xfrm>
            <a:off x="6843468" y="4151485"/>
            <a:ext cx="950588" cy="685062"/>
          </a:xfrm>
          <a:prstGeom prst="rect">
            <a:avLst/>
          </a:prstGeom>
        </p:spPr>
        <p:txBody>
          <a:bodyPr anchor="ctr">
            <a:normAutofit/>
          </a:bodyPr>
          <a:lstStyle>
            <a:lvl1pPr marL="0" indent="0" algn="ctr">
              <a:buNone/>
              <a:defRPr sz="1200"/>
            </a:lvl1pPr>
          </a:lstStyle>
          <a:p>
            <a:r>
              <a:rPr lang="en-US" dirty="0"/>
              <a:t>Click to add photo</a:t>
            </a:r>
          </a:p>
        </p:txBody>
      </p:sp>
      <p:sp>
        <p:nvSpPr>
          <p:cNvPr id="87" name="Rectangle 86">
            <a:extLst>
              <a:ext uri="{FF2B5EF4-FFF2-40B4-BE49-F238E27FC236}">
                <a16:creationId xmlns:a16="http://schemas.microsoft.com/office/drawing/2014/main" id="{3E7D63A3-3C58-4F80-B353-C26650B97F55}"/>
              </a:ext>
            </a:extLst>
          </p:cNvPr>
          <p:cNvSpPr/>
          <p:nvPr userDrawn="1"/>
        </p:nvSpPr>
        <p:spPr>
          <a:xfrm>
            <a:off x="6788159" y="4096878"/>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Picture Placeholder 9">
            <a:extLst>
              <a:ext uri="{FF2B5EF4-FFF2-40B4-BE49-F238E27FC236}">
                <a16:creationId xmlns:a16="http://schemas.microsoft.com/office/drawing/2014/main" id="{C78943C0-07AD-428D-A010-64CDDC815654}"/>
              </a:ext>
            </a:extLst>
          </p:cNvPr>
          <p:cNvSpPr>
            <a:spLocks noGrp="1"/>
          </p:cNvSpPr>
          <p:nvPr>
            <p:ph type="pic" sz="quarter" idx="46" hasCustomPrompt="1"/>
          </p:nvPr>
        </p:nvSpPr>
        <p:spPr>
          <a:xfrm>
            <a:off x="9264007" y="2315923"/>
            <a:ext cx="950588" cy="685062"/>
          </a:xfrm>
          <a:prstGeom prst="rect">
            <a:avLst/>
          </a:prstGeom>
        </p:spPr>
        <p:txBody>
          <a:bodyPr anchor="ctr">
            <a:normAutofit/>
          </a:bodyPr>
          <a:lstStyle>
            <a:lvl1pPr marL="0" indent="0" algn="ctr">
              <a:buNone/>
              <a:defRPr sz="1200"/>
            </a:lvl1pPr>
          </a:lstStyle>
          <a:p>
            <a:r>
              <a:rPr lang="en-US" dirty="0"/>
              <a:t>Click to add photo</a:t>
            </a:r>
          </a:p>
        </p:txBody>
      </p:sp>
      <p:sp>
        <p:nvSpPr>
          <p:cNvPr id="89" name="Rectangle 88">
            <a:extLst>
              <a:ext uri="{FF2B5EF4-FFF2-40B4-BE49-F238E27FC236}">
                <a16:creationId xmlns:a16="http://schemas.microsoft.com/office/drawing/2014/main" id="{44D0D2B8-EB2F-407A-A7DF-29BF878D0C97}"/>
              </a:ext>
            </a:extLst>
          </p:cNvPr>
          <p:cNvSpPr/>
          <p:nvPr userDrawn="1"/>
        </p:nvSpPr>
        <p:spPr>
          <a:xfrm>
            <a:off x="9208698" y="2261316"/>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Picture Placeholder 9">
            <a:extLst>
              <a:ext uri="{FF2B5EF4-FFF2-40B4-BE49-F238E27FC236}">
                <a16:creationId xmlns:a16="http://schemas.microsoft.com/office/drawing/2014/main" id="{9F5D0399-2186-4D0F-B2B6-FB29536013E2}"/>
              </a:ext>
            </a:extLst>
          </p:cNvPr>
          <p:cNvSpPr>
            <a:spLocks noGrp="1"/>
          </p:cNvSpPr>
          <p:nvPr>
            <p:ph type="pic" sz="quarter" idx="47" hasCustomPrompt="1"/>
          </p:nvPr>
        </p:nvSpPr>
        <p:spPr>
          <a:xfrm>
            <a:off x="9264007" y="4143464"/>
            <a:ext cx="950588" cy="685062"/>
          </a:xfrm>
          <a:prstGeom prst="rect">
            <a:avLst/>
          </a:prstGeom>
        </p:spPr>
        <p:txBody>
          <a:bodyPr anchor="ctr">
            <a:normAutofit/>
          </a:bodyPr>
          <a:lstStyle>
            <a:lvl1pPr marL="0" indent="0" algn="ctr">
              <a:buNone/>
              <a:defRPr sz="1200"/>
            </a:lvl1pPr>
          </a:lstStyle>
          <a:p>
            <a:r>
              <a:rPr lang="en-US" dirty="0"/>
              <a:t>Click to add photo</a:t>
            </a:r>
          </a:p>
        </p:txBody>
      </p:sp>
      <p:sp>
        <p:nvSpPr>
          <p:cNvPr id="91" name="Rectangle 90">
            <a:extLst>
              <a:ext uri="{FF2B5EF4-FFF2-40B4-BE49-F238E27FC236}">
                <a16:creationId xmlns:a16="http://schemas.microsoft.com/office/drawing/2014/main" id="{A161A1AC-702C-4209-BE7C-E51F7434B5B5}"/>
              </a:ext>
            </a:extLst>
          </p:cNvPr>
          <p:cNvSpPr/>
          <p:nvPr userDrawn="1"/>
        </p:nvSpPr>
        <p:spPr>
          <a:xfrm>
            <a:off x="9208698" y="4088857"/>
            <a:ext cx="1061206" cy="794276"/>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Title 1">
            <a:extLst>
              <a:ext uri="{FF2B5EF4-FFF2-40B4-BE49-F238E27FC236}">
                <a16:creationId xmlns:a16="http://schemas.microsoft.com/office/drawing/2014/main" id="{8ADA00ED-298B-444A-A7F5-508EDBA56FC5}"/>
              </a:ext>
            </a:extLst>
          </p:cNvPr>
          <p:cNvSpPr>
            <a:spLocks noGrp="1"/>
          </p:cNvSpPr>
          <p:nvPr>
            <p:ph type="title" hasCustomPrompt="1"/>
          </p:nvPr>
        </p:nvSpPr>
        <p:spPr>
          <a:xfrm>
            <a:off x="2452698" y="1187753"/>
            <a:ext cx="7286604" cy="634323"/>
          </a:xfrm>
        </p:spPr>
        <p:txBody>
          <a:bodyPr anchor="t">
            <a:normAutofit/>
          </a:bodyPr>
          <a:lstStyle>
            <a:lvl1pPr algn="ctr">
              <a:lnSpc>
                <a:spcPct val="125000"/>
              </a:lnSpc>
              <a:defRPr sz="2800"/>
            </a:lvl1pPr>
          </a:lstStyle>
          <a:p>
            <a:r>
              <a:rPr lang="en-US" dirty="0"/>
              <a:t>Click to add title</a:t>
            </a:r>
          </a:p>
        </p:txBody>
      </p:sp>
    </p:spTree>
    <p:extLst>
      <p:ext uri="{BB962C8B-B14F-4D97-AF65-F5344CB8AC3E}">
        <p14:creationId xmlns:p14="http://schemas.microsoft.com/office/powerpoint/2010/main" val="19778866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196460-96FD-5752-90CC-B2A5B533E2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5CB284F-BBE7-E48E-05D3-F491DCAB88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515AC1-07AD-92D1-EAE2-B6F16B9470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US"/>
              <a:t>8/06/20XX</a:t>
            </a:r>
            <a:endParaRPr lang="en-US" dirty="0"/>
          </a:p>
        </p:txBody>
      </p:sp>
      <p:sp>
        <p:nvSpPr>
          <p:cNvPr id="5" name="Footer Placeholder 4">
            <a:extLst>
              <a:ext uri="{FF2B5EF4-FFF2-40B4-BE49-F238E27FC236}">
                <a16:creationId xmlns:a16="http://schemas.microsoft.com/office/drawing/2014/main" id="{96E2694A-AE3E-24CE-4C9E-9F401C6152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PITCH DECK</a:t>
            </a:r>
            <a:endParaRPr lang="en-US" dirty="0"/>
          </a:p>
        </p:txBody>
      </p:sp>
      <p:sp>
        <p:nvSpPr>
          <p:cNvPr id="6" name="Slide Number Placeholder 5">
            <a:extLst>
              <a:ext uri="{FF2B5EF4-FFF2-40B4-BE49-F238E27FC236}">
                <a16:creationId xmlns:a16="http://schemas.microsoft.com/office/drawing/2014/main" id="{8354A1CF-C8F4-5F5A-6695-5AC24EFD4A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402E4C0-AD5E-4E8C-9F21-7CCE474BDCEB}" type="slidenum">
              <a:rPr lang="en-US" smtClean="0"/>
              <a:pPr/>
              <a:t>‹#›</a:t>
            </a:fld>
            <a:endParaRPr lang="en-US" dirty="0"/>
          </a:p>
        </p:txBody>
      </p:sp>
    </p:spTree>
    <p:extLst>
      <p:ext uri="{BB962C8B-B14F-4D97-AF65-F5344CB8AC3E}">
        <p14:creationId xmlns:p14="http://schemas.microsoft.com/office/powerpoint/2010/main" val="3851112347"/>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 id="2147483818" r:id="rId13"/>
    <p:sldLayoutId id="2147483819" r:id="rId14"/>
    <p:sldLayoutId id="2147483820" r:id="rId15"/>
    <p:sldLayoutId id="2147483821" r:id="rId16"/>
    <p:sldLayoutId id="2147483822" r:id="rId17"/>
    <p:sldLayoutId id="2147483823" r:id="rId18"/>
    <p:sldLayoutId id="2147483824" r:id="rId19"/>
    <p:sldLayoutId id="2147483825" r:id="rId20"/>
    <p:sldLayoutId id="2147483826" r:id="rId21"/>
    <p:sldLayoutId id="2147483827" r:id="rId22"/>
    <p:sldLayoutId id="2147483828" r:id="rId23"/>
    <p:sldLayoutId id="2147483829" r:id="rId24"/>
    <p:sldLayoutId id="2147483830" r:id="rId25"/>
    <p:sldLayoutId id="2147483831" r:id="rId26"/>
    <p:sldLayoutId id="2147483832" r:id="rId27"/>
    <p:sldLayoutId id="2147483833" r:id="rId28"/>
    <p:sldLayoutId id="2147483834" r:id="rId29"/>
    <p:sldLayoutId id="2147483835" r:id="rId30"/>
    <p:sldLayoutId id="2147483836" r:id="rId31"/>
    <p:sldLayoutId id="2147483667" r:id="rId3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svg"/><Relationship Id="rId7" Type="http://schemas.openxmlformats.org/officeDocument/2006/relationships/image" Target="../media/image24.svg"/><Relationship Id="rId2" Type="http://schemas.openxmlformats.org/officeDocument/2006/relationships/image" Target="../media/image19.png"/><Relationship Id="rId1" Type="http://schemas.openxmlformats.org/officeDocument/2006/relationships/slideLayout" Target="../slideLayouts/slideLayout16.xml"/><Relationship Id="rId6" Type="http://schemas.openxmlformats.org/officeDocument/2006/relationships/image" Target="../media/image23.png"/><Relationship Id="rId11" Type="http://schemas.openxmlformats.org/officeDocument/2006/relationships/image" Target="../media/image28.svg"/><Relationship Id="rId5" Type="http://schemas.openxmlformats.org/officeDocument/2006/relationships/image" Target="../media/image22.sv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svg"/></Relationships>
</file>

<file path=ppt/slides/_rels/slide5.xml.rels><?xml version="1.0" encoding="UTF-8" standalone="yes"?>
<Relationships xmlns="http://schemas.openxmlformats.org/package/2006/relationships"><Relationship Id="rId3" Type="http://schemas.openxmlformats.org/officeDocument/2006/relationships/hyperlink" Target="http://fity.club/lists/suggestions/question-mark/" TargetMode="External"/><Relationship Id="rId2" Type="http://schemas.openxmlformats.org/officeDocument/2006/relationships/image" Target="../media/image29.jp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hyperlink" Target="https://olhardigital.com.br/dicas_e_tutoriais/noticia/como-descobrir-e-configurar-o-melhor-canal-para-a-sua-rede-wi-fi/83595" TargetMode="External"/><Relationship Id="rId2" Type="http://schemas.openxmlformats.org/officeDocument/2006/relationships/image" Target="../media/image33.jpg"/><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3" Type="http://schemas.openxmlformats.org/officeDocument/2006/relationships/hyperlink" Target="https://experis.co.il/cyber/en/new-weapon-vs-cyber-crimes/" TargetMode="External"/><Relationship Id="rId2" Type="http://schemas.openxmlformats.org/officeDocument/2006/relationships/image" Target="../media/image35.jp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3" Type="http://schemas.openxmlformats.org/officeDocument/2006/relationships/hyperlink" Target="https://www.cpx.net/services/cyber-consulting-services/" TargetMode="External"/><Relationship Id="rId2" Type="http://schemas.openxmlformats.org/officeDocument/2006/relationships/image" Target="../media/image37.png"/><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svg"/><Relationship Id="rId7" Type="http://schemas.openxmlformats.org/officeDocument/2006/relationships/image" Target="../media/image43.svg"/><Relationship Id="rId2" Type="http://schemas.openxmlformats.org/officeDocument/2006/relationships/image" Target="../media/image38.png"/><Relationship Id="rId1" Type="http://schemas.openxmlformats.org/officeDocument/2006/relationships/slideLayout" Target="../slideLayouts/slideLayout16.xml"/><Relationship Id="rId6" Type="http://schemas.openxmlformats.org/officeDocument/2006/relationships/image" Target="../media/image42.png"/><Relationship Id="rId5" Type="http://schemas.openxmlformats.org/officeDocument/2006/relationships/image" Target="../media/image41.svg"/><Relationship Id="rId4" Type="http://schemas.openxmlformats.org/officeDocument/2006/relationships/image" Target="../media/image40.png"/><Relationship Id="rId9" Type="http://schemas.openxmlformats.org/officeDocument/2006/relationships/image" Target="../media/image45.svg"/></Relationships>
</file>

<file path=ppt/slides/_rels/slide20.xml.rels><?xml version="1.0" encoding="UTF-8" standalone="yes"?>
<Relationships xmlns="http://schemas.openxmlformats.org/package/2006/relationships"><Relationship Id="rId3" Type="http://schemas.openxmlformats.org/officeDocument/2006/relationships/hyperlink" Target="https://maximisepotential.blogspot.com/2016/09/12-guidelines-to-effective-communication.html" TargetMode="External"/><Relationship Id="rId2" Type="http://schemas.openxmlformats.org/officeDocument/2006/relationships/image" Target="../media/image46.jpg"/><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hyperlink" Target="https://www.nationalretail.org.au/national-retails-timely-collaboration-with-ignite-systems-amidst-cyber-security-awareness-month-2023/" TargetMode="External"/><Relationship Id="rId2" Type="http://schemas.openxmlformats.org/officeDocument/2006/relationships/image" Target="../media/image49.jpg"/><Relationship Id="rId1" Type="http://schemas.openxmlformats.org/officeDocument/2006/relationships/slideLayout" Target="../slideLayouts/slideLayout19.xml"/><Relationship Id="rId4" Type="http://schemas.openxmlformats.org/officeDocument/2006/relationships/image" Target="../media/image50.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3" Type="http://schemas.openxmlformats.org/officeDocument/2006/relationships/hyperlink" Target="https://itch.pl/help-desk-czy-service-desk/" TargetMode="External"/><Relationship Id="rId2" Type="http://schemas.openxmlformats.org/officeDocument/2006/relationships/image" Target="../media/image51.png"/><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Placeholder 76" descr="A woman wearing purple glasses showing data">
            <a:extLst>
              <a:ext uri="{FF2B5EF4-FFF2-40B4-BE49-F238E27FC236}">
                <a16:creationId xmlns:a16="http://schemas.microsoft.com/office/drawing/2014/main" id="{2F849723-3772-4844-AB3A-EF3DFAF34B83}"/>
              </a:ext>
            </a:extLst>
          </p:cNvPr>
          <p:cNvPicPr>
            <a:picLocks noGrp="1" noChangeAspect="1"/>
          </p:cNvPicPr>
          <p:nvPr>
            <p:ph type="pic" sz="quarter" idx="13"/>
          </p:nvPr>
        </p:nvPicPr>
        <p:blipFill rotWithShape="1">
          <a:blip r:embed="rId2" cstate="email">
            <a:extLst>
              <a:ext uri="{28A0092B-C50C-407E-A947-70E740481C1C}">
                <a14:useLocalDpi xmlns:a14="http://schemas.microsoft.com/office/drawing/2010/main"/>
              </a:ext>
            </a:extLst>
          </a:blip>
          <a:srcRect l="5" r="5"/>
          <a:stretch/>
        </p:blipFill>
        <p:spPr/>
      </p:pic>
      <p:sp>
        <p:nvSpPr>
          <p:cNvPr id="22" name="Title 21">
            <a:extLst>
              <a:ext uri="{FF2B5EF4-FFF2-40B4-BE49-F238E27FC236}">
                <a16:creationId xmlns:a16="http://schemas.microsoft.com/office/drawing/2014/main" id="{115C523A-AC40-4CBA-9DF4-B287ED32185D}"/>
              </a:ext>
            </a:extLst>
          </p:cNvPr>
          <p:cNvSpPr>
            <a:spLocks noGrp="1"/>
          </p:cNvSpPr>
          <p:nvPr>
            <p:ph type="title"/>
          </p:nvPr>
        </p:nvSpPr>
        <p:spPr>
          <a:xfrm>
            <a:off x="6642101" y="1663435"/>
            <a:ext cx="5549898" cy="2003898"/>
          </a:xfrm>
          <a:solidFill>
            <a:schemeClr val="tx2">
              <a:lumMod val="10000"/>
              <a:lumOff val="90000"/>
              <a:alpha val="80000"/>
            </a:schemeClr>
          </a:solidFill>
        </p:spPr>
        <p:txBody>
          <a:bodyPr/>
          <a:lstStyle/>
          <a:p>
            <a:r>
              <a:rPr lang="en-US" sz="48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rPr>
              <a:t>GAME4LEARNING</a:t>
            </a:r>
          </a:p>
        </p:txBody>
      </p:sp>
      <p:pic>
        <p:nvPicPr>
          <p:cNvPr id="4" name="Picture 3" descr="A neon sign with blue and purple lights">
            <a:extLst>
              <a:ext uri="{FF2B5EF4-FFF2-40B4-BE49-F238E27FC236}">
                <a16:creationId xmlns:a16="http://schemas.microsoft.com/office/drawing/2014/main" id="{CF4AFD6A-8FA9-7DBE-B1D8-FC3ED5B1D702}"/>
              </a:ext>
            </a:extLst>
          </p:cNvPr>
          <p:cNvPicPr>
            <a:picLocks noChangeAspect="1"/>
          </p:cNvPicPr>
          <p:nvPr/>
        </p:nvPicPr>
        <p:blipFill>
          <a:blip r:embed="rId3"/>
          <a:stretch>
            <a:fillRect/>
          </a:stretch>
        </p:blipFill>
        <p:spPr>
          <a:xfrm>
            <a:off x="7577135" y="3667333"/>
            <a:ext cx="2709865" cy="2451364"/>
          </a:xfrm>
          <a:prstGeom prst="rect">
            <a:avLst/>
          </a:prstGeom>
        </p:spPr>
      </p:pic>
    </p:spTree>
    <p:extLst>
      <p:ext uri="{BB962C8B-B14F-4D97-AF65-F5344CB8AC3E}">
        <p14:creationId xmlns:p14="http://schemas.microsoft.com/office/powerpoint/2010/main" val="1883836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 name="Picture Placeholder 107" descr="A woman with VR goggles on her face&#10;">
            <a:extLst>
              <a:ext uri="{FF2B5EF4-FFF2-40B4-BE49-F238E27FC236}">
                <a16:creationId xmlns:a16="http://schemas.microsoft.com/office/drawing/2014/main" id="{FAFD635F-714B-4EE8-9D07-0B32545C6D1F}"/>
              </a:ext>
            </a:extLst>
          </p:cNvPr>
          <p:cNvPicPr>
            <a:picLocks noGrp="1" noChangeAspect="1"/>
          </p:cNvPicPr>
          <p:nvPr>
            <p:ph type="pic" sz="quarter" idx="13"/>
          </p:nvPr>
        </p:nvPicPr>
        <p:blipFill rotWithShape="1">
          <a:blip r:embed="rId2" cstate="email">
            <a:extLst>
              <a:ext uri="{28A0092B-C50C-407E-A947-70E740481C1C}">
                <a14:useLocalDpi xmlns:a14="http://schemas.microsoft.com/office/drawing/2010/main"/>
              </a:ext>
            </a:extLst>
          </a:blip>
          <a:srcRect t="36" b="36"/>
          <a:stretch/>
        </p:blipFill>
        <p:spPr/>
      </p:pic>
      <p:sp>
        <p:nvSpPr>
          <p:cNvPr id="3" name="Date Placeholder 2">
            <a:extLst>
              <a:ext uri="{FF2B5EF4-FFF2-40B4-BE49-F238E27FC236}">
                <a16:creationId xmlns:a16="http://schemas.microsoft.com/office/drawing/2014/main" id="{62EC48F9-A954-448A-A4D9-1ADDB2363A51}"/>
              </a:ext>
            </a:extLst>
          </p:cNvPr>
          <p:cNvSpPr>
            <a:spLocks noGrp="1"/>
          </p:cNvSpPr>
          <p:nvPr>
            <p:ph type="dt" sz="half" idx="10"/>
          </p:nvPr>
        </p:nvSpPr>
        <p:spPr/>
        <p:txBody>
          <a:bodyPr/>
          <a:lstStyle/>
          <a:p>
            <a:r>
              <a:rPr lang="en-US" dirty="0"/>
              <a:t>8/06/20XX</a:t>
            </a:r>
          </a:p>
        </p:txBody>
      </p:sp>
      <p:sp>
        <p:nvSpPr>
          <p:cNvPr id="4" name="Footer Placeholder 3">
            <a:extLst>
              <a:ext uri="{FF2B5EF4-FFF2-40B4-BE49-F238E27FC236}">
                <a16:creationId xmlns:a16="http://schemas.microsoft.com/office/drawing/2014/main" id="{3135B157-1771-47C0-A2ED-DBE01811C6B5}"/>
              </a:ext>
            </a:extLst>
          </p:cNvPr>
          <p:cNvSpPr>
            <a:spLocks noGrp="1"/>
          </p:cNvSpPr>
          <p:nvPr>
            <p:ph type="ftr" sz="quarter" idx="1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06774A57-DC9F-44C5-B707-3B57BDBE4437}"/>
              </a:ext>
            </a:extLst>
          </p:cNvPr>
          <p:cNvSpPr>
            <a:spLocks noGrp="1"/>
          </p:cNvSpPr>
          <p:nvPr>
            <p:ph type="sldNum" sz="quarter" idx="12"/>
          </p:nvPr>
        </p:nvSpPr>
        <p:spPr/>
        <p:txBody>
          <a:bodyPr/>
          <a:lstStyle/>
          <a:p>
            <a:fld id="{A402E4C0-AD5E-4E8C-9F21-7CCE474BDCEB}" type="slidenum">
              <a:rPr lang="en-US" smtClean="0"/>
              <a:pPr/>
              <a:t>2</a:t>
            </a:fld>
            <a:endParaRPr lang="en-US" dirty="0"/>
          </a:p>
        </p:txBody>
      </p:sp>
      <p:sp>
        <p:nvSpPr>
          <p:cNvPr id="20" name="Title 19">
            <a:extLst>
              <a:ext uri="{FF2B5EF4-FFF2-40B4-BE49-F238E27FC236}">
                <a16:creationId xmlns:a16="http://schemas.microsoft.com/office/drawing/2014/main" id="{2E468DC9-F7EA-4DDD-A3C6-7FED01F0AB9B}"/>
              </a:ext>
            </a:extLst>
          </p:cNvPr>
          <p:cNvSpPr>
            <a:spLocks noGrp="1"/>
          </p:cNvSpPr>
          <p:nvPr>
            <p:ph type="title"/>
          </p:nvPr>
        </p:nvSpPr>
        <p:spPr>
          <a:xfrm>
            <a:off x="-2" y="1672143"/>
            <a:ext cx="5012532" cy="3513714"/>
          </a:xfrm>
          <a:solidFill>
            <a:schemeClr val="bg1">
              <a:lumMod val="75000"/>
              <a:alpha val="80000"/>
            </a:schemeClr>
          </a:solidFill>
        </p:spPr>
        <p:txBody>
          <a:bodyPr/>
          <a:lstStyle/>
          <a:p>
            <a:r>
              <a:rPr lang="en-US" b="1" spc="50" dirty="0">
                <a:ln w="9525" cmpd="sng">
                  <a:solidFill>
                    <a:schemeClr val="accent1"/>
                  </a:solidFill>
                  <a:prstDash val="solid"/>
                </a:ln>
                <a:solidFill>
                  <a:srgbClr val="70AD47">
                    <a:tint val="1000"/>
                  </a:srgbClr>
                </a:solidFill>
                <a:effectLst>
                  <a:glow rad="38100">
                    <a:schemeClr val="accent1">
                      <a:alpha val="40000"/>
                    </a:schemeClr>
                  </a:glow>
                </a:effectLst>
              </a:rPr>
              <a:t>INTRODUCTION</a:t>
            </a:r>
          </a:p>
        </p:txBody>
      </p:sp>
      <p:sp>
        <p:nvSpPr>
          <p:cNvPr id="30" name="Text Placeholder 29">
            <a:extLst>
              <a:ext uri="{FF2B5EF4-FFF2-40B4-BE49-F238E27FC236}">
                <a16:creationId xmlns:a16="http://schemas.microsoft.com/office/drawing/2014/main" id="{E1840D15-B3C7-4446-9131-8F222F601B1B}"/>
              </a:ext>
            </a:extLst>
          </p:cNvPr>
          <p:cNvSpPr>
            <a:spLocks noGrp="1"/>
          </p:cNvSpPr>
          <p:nvPr>
            <p:ph type="body" sz="quarter" idx="15"/>
          </p:nvPr>
        </p:nvSpPr>
        <p:spPr>
          <a:xfrm>
            <a:off x="594575" y="3007593"/>
            <a:ext cx="4244126" cy="2348177"/>
          </a:xfrm>
        </p:spPr>
        <p:txBody>
          <a:bodyPr>
            <a:normAutofit fontScale="92500" lnSpcReduction="20000"/>
          </a:bodyPr>
          <a:lstStyle/>
          <a:p>
            <a:r>
              <a:rPr lang="en-US" dirty="0">
                <a:solidFill>
                  <a:schemeClr val="bg1"/>
                </a:solidFill>
              </a:rPr>
              <a:t>Games for Learning (</a:t>
            </a:r>
            <a:r>
              <a:rPr lang="en-US" dirty="0" err="1">
                <a:solidFill>
                  <a:schemeClr val="bg1"/>
                </a:solidFill>
              </a:rPr>
              <a:t>GfL</a:t>
            </a:r>
            <a:r>
              <a:rPr lang="en-US" dirty="0">
                <a:solidFill>
                  <a:schemeClr val="bg1"/>
                </a:solidFill>
              </a:rPr>
              <a:t>) is a growing game development company expanding to a new branch, Site B. As part of our WIL project, our group designed and implemented an IT infrastructure solution that includes a secure network, an intranet website, and a disaster recovery plan. The project allowed us to apply practical IT skills in a real-world setting while demonstrating teamwork and technical expertise.</a:t>
            </a:r>
          </a:p>
        </p:txBody>
      </p:sp>
    </p:spTree>
    <p:extLst>
      <p:ext uri="{BB962C8B-B14F-4D97-AF65-F5344CB8AC3E}">
        <p14:creationId xmlns:p14="http://schemas.microsoft.com/office/powerpoint/2010/main" val="277377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Date Placeholder 50">
            <a:extLst>
              <a:ext uri="{FF2B5EF4-FFF2-40B4-BE49-F238E27FC236}">
                <a16:creationId xmlns:a16="http://schemas.microsoft.com/office/drawing/2014/main" id="{04CAC2AB-5761-44BB-98FA-2160C470E891}"/>
              </a:ext>
            </a:extLst>
          </p:cNvPr>
          <p:cNvSpPr>
            <a:spLocks noGrp="1"/>
          </p:cNvSpPr>
          <p:nvPr>
            <p:ph type="dt" sz="half" idx="10"/>
          </p:nvPr>
        </p:nvSpPr>
        <p:spPr/>
        <p:txBody>
          <a:bodyPr/>
          <a:lstStyle/>
          <a:p>
            <a:r>
              <a:rPr lang="en-US" dirty="0"/>
              <a:t>8/06/20XX</a:t>
            </a:r>
          </a:p>
        </p:txBody>
      </p:sp>
      <p:sp>
        <p:nvSpPr>
          <p:cNvPr id="52" name="Footer Placeholder 51">
            <a:extLst>
              <a:ext uri="{FF2B5EF4-FFF2-40B4-BE49-F238E27FC236}">
                <a16:creationId xmlns:a16="http://schemas.microsoft.com/office/drawing/2014/main" id="{7026ED2A-0000-445D-B5A1-8A5D0E287FA7}"/>
              </a:ext>
            </a:extLst>
          </p:cNvPr>
          <p:cNvSpPr>
            <a:spLocks noGrp="1"/>
          </p:cNvSpPr>
          <p:nvPr>
            <p:ph type="ftr" sz="quarter" idx="11"/>
          </p:nvPr>
        </p:nvSpPr>
        <p:spPr/>
        <p:txBody>
          <a:bodyPr/>
          <a:lstStyle/>
          <a:p>
            <a:r>
              <a:rPr lang="en-US" dirty="0"/>
              <a:t>PITCH DECK</a:t>
            </a:r>
          </a:p>
        </p:txBody>
      </p:sp>
      <p:sp>
        <p:nvSpPr>
          <p:cNvPr id="53" name="Slide Number Placeholder 52">
            <a:extLst>
              <a:ext uri="{FF2B5EF4-FFF2-40B4-BE49-F238E27FC236}">
                <a16:creationId xmlns:a16="http://schemas.microsoft.com/office/drawing/2014/main" id="{6813B31E-86C3-4175-9D10-220062CAF608}"/>
              </a:ext>
            </a:extLst>
          </p:cNvPr>
          <p:cNvSpPr>
            <a:spLocks noGrp="1"/>
          </p:cNvSpPr>
          <p:nvPr>
            <p:ph type="sldNum" sz="quarter" idx="12"/>
          </p:nvPr>
        </p:nvSpPr>
        <p:spPr/>
        <p:txBody>
          <a:bodyPr/>
          <a:lstStyle/>
          <a:p>
            <a:fld id="{A402E4C0-AD5E-4E8C-9F21-7CCE474BDCEB}" type="slidenum">
              <a:rPr lang="en-US" smtClean="0"/>
              <a:pPr/>
              <a:t>3</a:t>
            </a:fld>
            <a:endParaRPr lang="en-US" dirty="0"/>
          </a:p>
        </p:txBody>
      </p:sp>
      <p:sp>
        <p:nvSpPr>
          <p:cNvPr id="24" name="Title 23">
            <a:extLst>
              <a:ext uri="{FF2B5EF4-FFF2-40B4-BE49-F238E27FC236}">
                <a16:creationId xmlns:a16="http://schemas.microsoft.com/office/drawing/2014/main" id="{AA5A89EF-81E9-4164-8EA3-DA69DAE6FADA}"/>
              </a:ext>
            </a:extLst>
          </p:cNvPr>
          <p:cNvSpPr>
            <a:spLocks noGrp="1"/>
          </p:cNvSpPr>
          <p:nvPr>
            <p:ph type="title"/>
          </p:nvPr>
        </p:nvSpPr>
        <p:spPr/>
        <p:txBody>
          <a:bodyPr/>
          <a:lstStyle/>
          <a:p>
            <a:r>
              <a:rPr lang="en-US" sz="4400" dirty="0"/>
              <a:t>MILESTONES</a:t>
            </a:r>
          </a:p>
        </p:txBody>
      </p:sp>
      <p:sp>
        <p:nvSpPr>
          <p:cNvPr id="43" name="TextBox 42">
            <a:extLst>
              <a:ext uri="{FF2B5EF4-FFF2-40B4-BE49-F238E27FC236}">
                <a16:creationId xmlns:a16="http://schemas.microsoft.com/office/drawing/2014/main" id="{335FEBB4-2ECC-6BFF-2FB8-9DF82E847D50}"/>
              </a:ext>
            </a:extLst>
          </p:cNvPr>
          <p:cNvSpPr txBox="1"/>
          <p:nvPr/>
        </p:nvSpPr>
        <p:spPr>
          <a:xfrm>
            <a:off x="791308" y="1357924"/>
            <a:ext cx="8118230" cy="25237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2800" dirty="0">
                <a:solidFill>
                  <a:schemeClr val="bg1"/>
                </a:solidFill>
                <a:ea typeface="+mn-lt"/>
                <a:cs typeface="+mn-lt"/>
              </a:rPr>
              <a:t>Project planning and documentation</a:t>
            </a:r>
            <a:endParaRPr lang="en-US" dirty="0">
              <a:solidFill>
                <a:schemeClr val="bg1"/>
              </a:solidFill>
            </a:endParaRPr>
          </a:p>
          <a:p>
            <a:pPr marL="285750" indent="-285750">
              <a:buFont typeface="Arial"/>
              <a:buChar char="•"/>
            </a:pPr>
            <a:r>
              <a:rPr lang="en-US" sz="2800" dirty="0">
                <a:solidFill>
                  <a:schemeClr val="bg1"/>
                </a:solidFill>
                <a:ea typeface="+mn-lt"/>
                <a:cs typeface="+mn-lt"/>
              </a:rPr>
              <a:t>Network design and budgeting</a:t>
            </a:r>
            <a:endParaRPr lang="en-US" dirty="0">
              <a:solidFill>
                <a:schemeClr val="bg1"/>
              </a:solidFill>
            </a:endParaRPr>
          </a:p>
          <a:p>
            <a:pPr marL="285750" indent="-285750">
              <a:buFont typeface="Arial"/>
              <a:buChar char="•"/>
            </a:pPr>
            <a:r>
              <a:rPr lang="en-US" sz="2800" dirty="0">
                <a:solidFill>
                  <a:schemeClr val="bg1"/>
                </a:solidFill>
                <a:ea typeface="+mn-lt"/>
                <a:cs typeface="+mn-lt"/>
              </a:rPr>
              <a:t>Creating SOPs and a disaster recovery plan</a:t>
            </a:r>
            <a:endParaRPr lang="en-US">
              <a:solidFill>
                <a:schemeClr val="bg1"/>
              </a:solidFill>
            </a:endParaRPr>
          </a:p>
          <a:p>
            <a:pPr marL="285750" indent="-285750">
              <a:buFont typeface="Arial"/>
              <a:buChar char="•"/>
            </a:pPr>
            <a:r>
              <a:rPr lang="en-US" sz="2800" dirty="0">
                <a:solidFill>
                  <a:schemeClr val="bg1"/>
                </a:solidFill>
                <a:ea typeface="+mn-lt"/>
                <a:cs typeface="+mn-lt"/>
              </a:rPr>
              <a:t>Final presentation </a:t>
            </a:r>
            <a:endParaRPr lang="en-US" dirty="0">
              <a:solidFill>
                <a:schemeClr val="bg1"/>
              </a:solidFill>
            </a:endParaRPr>
          </a:p>
          <a:p>
            <a:pPr indent="-228600"/>
            <a:endParaRPr lang="en-US" sz="2800" b="1" u="sng" dirty="0">
              <a:solidFill>
                <a:schemeClr val="bg1"/>
              </a:solidFill>
              <a:ea typeface="Times New Roman"/>
              <a:cs typeface="Times New Roman"/>
            </a:endParaRPr>
          </a:p>
          <a:p>
            <a:pPr algn="ctr"/>
            <a:endParaRPr lang="en-US"/>
          </a:p>
        </p:txBody>
      </p:sp>
      <p:pic>
        <p:nvPicPr>
          <p:cNvPr id="2" name="Picture 1" descr="A white sheet of paper with text&#10;&#10;AI-generated content may be incorrect.">
            <a:extLst>
              <a:ext uri="{FF2B5EF4-FFF2-40B4-BE49-F238E27FC236}">
                <a16:creationId xmlns:a16="http://schemas.microsoft.com/office/drawing/2014/main" id="{5A1B8EB9-F761-389C-9E9B-E9EAB2CE2462}"/>
              </a:ext>
            </a:extLst>
          </p:cNvPr>
          <p:cNvPicPr>
            <a:picLocks noChangeAspect="1"/>
          </p:cNvPicPr>
          <p:nvPr/>
        </p:nvPicPr>
        <p:blipFill>
          <a:blip r:embed="rId2"/>
          <a:stretch>
            <a:fillRect/>
          </a:stretch>
        </p:blipFill>
        <p:spPr>
          <a:xfrm>
            <a:off x="349564" y="3057769"/>
            <a:ext cx="3697024" cy="3663462"/>
          </a:xfrm>
          <a:prstGeom prst="rect">
            <a:avLst/>
          </a:prstGeom>
        </p:spPr>
      </p:pic>
      <p:pic>
        <p:nvPicPr>
          <p:cNvPr id="3" name="Picture 2" descr="A white and black document with black text&#10;&#10;AI-generated content may be incorrect.">
            <a:extLst>
              <a:ext uri="{FF2B5EF4-FFF2-40B4-BE49-F238E27FC236}">
                <a16:creationId xmlns:a16="http://schemas.microsoft.com/office/drawing/2014/main" id="{F4E1CB60-9CC5-6D93-EE2A-539D9E6DAC41}"/>
              </a:ext>
            </a:extLst>
          </p:cNvPr>
          <p:cNvPicPr>
            <a:picLocks noChangeAspect="1"/>
          </p:cNvPicPr>
          <p:nvPr/>
        </p:nvPicPr>
        <p:blipFill>
          <a:blip r:embed="rId3"/>
          <a:stretch>
            <a:fillRect/>
          </a:stretch>
        </p:blipFill>
        <p:spPr>
          <a:xfrm>
            <a:off x="4160837" y="3317021"/>
            <a:ext cx="4632325" cy="3154729"/>
          </a:xfrm>
          <a:prstGeom prst="rect">
            <a:avLst/>
          </a:prstGeom>
        </p:spPr>
      </p:pic>
    </p:spTree>
    <p:extLst>
      <p:ext uri="{BB962C8B-B14F-4D97-AF65-F5344CB8AC3E}">
        <p14:creationId xmlns:p14="http://schemas.microsoft.com/office/powerpoint/2010/main" val="423171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1E6D9A-B739-49DF-93EF-2B5504DA2324}"/>
              </a:ext>
            </a:extLst>
          </p:cNvPr>
          <p:cNvSpPr>
            <a:spLocks noGrp="1"/>
          </p:cNvSpPr>
          <p:nvPr>
            <p:ph type="dt" sz="half" idx="10"/>
          </p:nvPr>
        </p:nvSpPr>
        <p:spPr/>
        <p:txBody>
          <a:bodyPr/>
          <a:lstStyle/>
          <a:p>
            <a:r>
              <a:rPr lang="en-US" dirty="0"/>
              <a:t>8/06/20XX</a:t>
            </a:r>
          </a:p>
        </p:txBody>
      </p:sp>
      <p:sp>
        <p:nvSpPr>
          <p:cNvPr id="3" name="Footer Placeholder 2">
            <a:extLst>
              <a:ext uri="{FF2B5EF4-FFF2-40B4-BE49-F238E27FC236}">
                <a16:creationId xmlns:a16="http://schemas.microsoft.com/office/drawing/2014/main" id="{45399F43-FDE4-4DE9-BE60-4A31652CD3A2}"/>
              </a:ext>
            </a:extLst>
          </p:cNvPr>
          <p:cNvSpPr>
            <a:spLocks noGrp="1"/>
          </p:cNvSpPr>
          <p:nvPr>
            <p:ph type="ftr" sz="quarter" idx="11"/>
          </p:nvPr>
        </p:nvSpPr>
        <p:spPr/>
        <p:txBody>
          <a:bodyPr/>
          <a:lstStyle/>
          <a:p>
            <a:r>
              <a:rPr lang="en-US" dirty="0"/>
              <a:t>PITCH DECK</a:t>
            </a:r>
          </a:p>
        </p:txBody>
      </p:sp>
      <p:sp>
        <p:nvSpPr>
          <p:cNvPr id="4" name="Slide Number Placeholder 3">
            <a:extLst>
              <a:ext uri="{FF2B5EF4-FFF2-40B4-BE49-F238E27FC236}">
                <a16:creationId xmlns:a16="http://schemas.microsoft.com/office/drawing/2014/main" id="{7DD08226-4335-4EA1-9B2D-CDE1FBD8D388}"/>
              </a:ext>
            </a:extLst>
          </p:cNvPr>
          <p:cNvSpPr>
            <a:spLocks noGrp="1"/>
          </p:cNvSpPr>
          <p:nvPr>
            <p:ph type="sldNum" sz="quarter" idx="12"/>
          </p:nvPr>
        </p:nvSpPr>
        <p:spPr/>
        <p:txBody>
          <a:bodyPr/>
          <a:lstStyle/>
          <a:p>
            <a:fld id="{A402E4C0-AD5E-4E8C-9F21-7CCE474BDCEB}" type="slidenum">
              <a:rPr lang="en-US" smtClean="0"/>
              <a:pPr/>
              <a:t>4</a:t>
            </a:fld>
            <a:endParaRPr lang="en-US" dirty="0"/>
          </a:p>
        </p:txBody>
      </p:sp>
      <p:sp>
        <p:nvSpPr>
          <p:cNvPr id="21" name="Text Placeholder 20">
            <a:extLst>
              <a:ext uri="{FF2B5EF4-FFF2-40B4-BE49-F238E27FC236}">
                <a16:creationId xmlns:a16="http://schemas.microsoft.com/office/drawing/2014/main" id="{805BF1CD-2EC6-44F4-8AD8-25D9BD488B7A}"/>
              </a:ext>
            </a:extLst>
          </p:cNvPr>
          <p:cNvSpPr>
            <a:spLocks noGrp="1"/>
          </p:cNvSpPr>
          <p:nvPr>
            <p:ph type="body" sz="quarter" idx="27"/>
          </p:nvPr>
        </p:nvSpPr>
        <p:spPr>
          <a:xfrm>
            <a:off x="153283" y="3643105"/>
            <a:ext cx="2383764" cy="365125"/>
          </a:xfrm>
        </p:spPr>
        <p:txBody>
          <a:bodyPr>
            <a:normAutofit/>
          </a:bodyPr>
          <a:lstStyle/>
          <a:p>
            <a:r>
              <a:rPr lang="en-US" dirty="0"/>
              <a:t>People risks</a:t>
            </a:r>
          </a:p>
        </p:txBody>
      </p:sp>
      <p:sp>
        <p:nvSpPr>
          <p:cNvPr id="22" name="Text Placeholder 21">
            <a:extLst>
              <a:ext uri="{FF2B5EF4-FFF2-40B4-BE49-F238E27FC236}">
                <a16:creationId xmlns:a16="http://schemas.microsoft.com/office/drawing/2014/main" id="{842BC471-A2E1-4473-9B5A-6D7A21B6A881}"/>
              </a:ext>
            </a:extLst>
          </p:cNvPr>
          <p:cNvSpPr>
            <a:spLocks noGrp="1"/>
          </p:cNvSpPr>
          <p:nvPr>
            <p:ph type="body" sz="quarter" idx="28"/>
          </p:nvPr>
        </p:nvSpPr>
        <p:spPr>
          <a:xfrm>
            <a:off x="153283" y="3969554"/>
            <a:ext cx="2383764" cy="1126085"/>
          </a:xfrm>
        </p:spPr>
        <p:txBody>
          <a:bodyPr/>
          <a:lstStyle/>
          <a:p>
            <a:r>
              <a:rPr lang="en-US" dirty="0"/>
              <a:t>Only product specifically dedicated to task management​</a:t>
            </a:r>
          </a:p>
        </p:txBody>
      </p:sp>
      <p:sp>
        <p:nvSpPr>
          <p:cNvPr id="17" name="Text Placeholder 16">
            <a:extLst>
              <a:ext uri="{FF2B5EF4-FFF2-40B4-BE49-F238E27FC236}">
                <a16:creationId xmlns:a16="http://schemas.microsoft.com/office/drawing/2014/main" id="{7D1AD01D-1F03-4995-A821-FA842C4F9E7C}"/>
              </a:ext>
            </a:extLst>
          </p:cNvPr>
          <p:cNvSpPr>
            <a:spLocks noGrp="1"/>
          </p:cNvSpPr>
          <p:nvPr>
            <p:ph type="body" sz="quarter" idx="15"/>
          </p:nvPr>
        </p:nvSpPr>
        <p:spPr>
          <a:xfrm>
            <a:off x="2643020" y="3969554"/>
            <a:ext cx="2383764" cy="1126085"/>
          </a:xfrm>
        </p:spPr>
        <p:txBody>
          <a:bodyPr>
            <a:normAutofit/>
          </a:bodyPr>
          <a:lstStyle/>
          <a:p>
            <a:r>
              <a:rPr lang="en-ZA" dirty="0"/>
              <a:t>First beautifully designed product that's both stylish and functional</a:t>
            </a:r>
            <a:endParaRPr lang="en-US" dirty="0"/>
          </a:p>
        </p:txBody>
      </p:sp>
      <p:sp>
        <p:nvSpPr>
          <p:cNvPr id="19" name="Text Placeholder 18">
            <a:extLst>
              <a:ext uri="{FF2B5EF4-FFF2-40B4-BE49-F238E27FC236}">
                <a16:creationId xmlns:a16="http://schemas.microsoft.com/office/drawing/2014/main" id="{A301F0BB-3AE1-4877-8F78-D7F5AE48F810}"/>
              </a:ext>
            </a:extLst>
          </p:cNvPr>
          <p:cNvSpPr>
            <a:spLocks noGrp="1"/>
          </p:cNvSpPr>
          <p:nvPr>
            <p:ph type="body" sz="quarter" idx="17"/>
          </p:nvPr>
        </p:nvSpPr>
        <p:spPr>
          <a:xfrm>
            <a:off x="5026784" y="3958168"/>
            <a:ext cx="2383765" cy="1126085"/>
          </a:xfrm>
        </p:spPr>
        <p:txBody>
          <a:bodyPr>
            <a:normAutofit/>
          </a:bodyPr>
          <a:lstStyle/>
          <a:p>
            <a:r>
              <a:rPr lang="en-US" dirty="0"/>
              <a:t>Conducted testing with start ups in the area</a:t>
            </a:r>
          </a:p>
        </p:txBody>
      </p:sp>
      <p:sp>
        <p:nvSpPr>
          <p:cNvPr id="20" name="Text Placeholder 19">
            <a:extLst>
              <a:ext uri="{FF2B5EF4-FFF2-40B4-BE49-F238E27FC236}">
                <a16:creationId xmlns:a16="http://schemas.microsoft.com/office/drawing/2014/main" id="{5F481192-C246-4A6A-8D3F-9EBF56786C13}"/>
              </a:ext>
            </a:extLst>
          </p:cNvPr>
          <p:cNvSpPr>
            <a:spLocks noGrp="1"/>
          </p:cNvSpPr>
          <p:nvPr>
            <p:ph type="body" sz="quarter" idx="19"/>
          </p:nvPr>
        </p:nvSpPr>
        <p:spPr>
          <a:xfrm>
            <a:off x="7396759" y="3949691"/>
            <a:ext cx="2383765" cy="1126085"/>
          </a:xfrm>
        </p:spPr>
        <p:txBody>
          <a:bodyPr/>
          <a:lstStyle/>
          <a:p>
            <a:r>
              <a:rPr lang="en-ZA" dirty="0"/>
              <a:t>Designed with the help and input of software experts</a:t>
            </a:r>
            <a:endParaRPr lang="en-US" dirty="0"/>
          </a:p>
        </p:txBody>
      </p:sp>
      <p:sp>
        <p:nvSpPr>
          <p:cNvPr id="23" name="Text Placeholder 22">
            <a:extLst>
              <a:ext uri="{FF2B5EF4-FFF2-40B4-BE49-F238E27FC236}">
                <a16:creationId xmlns:a16="http://schemas.microsoft.com/office/drawing/2014/main" id="{5DF31FE0-F56B-494E-A42E-D2A3B4A5BE01}"/>
              </a:ext>
            </a:extLst>
          </p:cNvPr>
          <p:cNvSpPr>
            <a:spLocks noGrp="1"/>
          </p:cNvSpPr>
          <p:nvPr>
            <p:ph type="body" sz="quarter" idx="29"/>
          </p:nvPr>
        </p:nvSpPr>
        <p:spPr>
          <a:xfrm>
            <a:off x="2643020" y="3648666"/>
            <a:ext cx="2502719" cy="365125"/>
          </a:xfrm>
        </p:spPr>
        <p:txBody>
          <a:bodyPr>
            <a:normAutofit/>
          </a:bodyPr>
          <a:lstStyle/>
          <a:p>
            <a:r>
              <a:rPr lang="en-US" dirty="0"/>
              <a:t>Equipment risks</a:t>
            </a:r>
          </a:p>
        </p:txBody>
      </p:sp>
      <p:sp>
        <p:nvSpPr>
          <p:cNvPr id="24" name="Text Placeholder 23">
            <a:extLst>
              <a:ext uri="{FF2B5EF4-FFF2-40B4-BE49-F238E27FC236}">
                <a16:creationId xmlns:a16="http://schemas.microsoft.com/office/drawing/2014/main" id="{F59958C6-2B49-4E50-8050-97C6B6679AC1}"/>
              </a:ext>
            </a:extLst>
          </p:cNvPr>
          <p:cNvSpPr>
            <a:spLocks noGrp="1"/>
          </p:cNvSpPr>
          <p:nvPr>
            <p:ph type="body" sz="quarter" idx="30"/>
          </p:nvPr>
        </p:nvSpPr>
        <p:spPr>
          <a:xfrm>
            <a:off x="5026784" y="3644163"/>
            <a:ext cx="2383765" cy="365125"/>
          </a:xfrm>
        </p:spPr>
        <p:txBody>
          <a:bodyPr>
            <a:normAutofit/>
          </a:bodyPr>
          <a:lstStyle/>
          <a:p>
            <a:r>
              <a:rPr lang="en-US" dirty="0"/>
              <a:t>Economic risks</a:t>
            </a:r>
          </a:p>
        </p:txBody>
      </p:sp>
      <p:sp>
        <p:nvSpPr>
          <p:cNvPr id="25" name="Text Placeholder 24">
            <a:extLst>
              <a:ext uri="{FF2B5EF4-FFF2-40B4-BE49-F238E27FC236}">
                <a16:creationId xmlns:a16="http://schemas.microsoft.com/office/drawing/2014/main" id="{BAE2F608-914C-4C3C-93D9-10B4F89F1DF8}"/>
              </a:ext>
            </a:extLst>
          </p:cNvPr>
          <p:cNvSpPr>
            <a:spLocks noGrp="1"/>
          </p:cNvSpPr>
          <p:nvPr>
            <p:ph type="body" sz="quarter" idx="31"/>
          </p:nvPr>
        </p:nvSpPr>
        <p:spPr>
          <a:xfrm>
            <a:off x="7290787" y="3684607"/>
            <a:ext cx="2383765" cy="365125"/>
          </a:xfrm>
        </p:spPr>
        <p:txBody>
          <a:bodyPr>
            <a:normAutofit/>
          </a:bodyPr>
          <a:lstStyle/>
          <a:p>
            <a:r>
              <a:rPr lang="en-US" dirty="0"/>
              <a:t>Technical risks</a:t>
            </a:r>
          </a:p>
        </p:txBody>
      </p:sp>
      <p:sp>
        <p:nvSpPr>
          <p:cNvPr id="111" name="Title 110">
            <a:extLst>
              <a:ext uri="{FF2B5EF4-FFF2-40B4-BE49-F238E27FC236}">
                <a16:creationId xmlns:a16="http://schemas.microsoft.com/office/drawing/2014/main" id="{CC9F3600-2711-4A49-8018-C4671B56159C}"/>
              </a:ext>
            </a:extLst>
          </p:cNvPr>
          <p:cNvSpPr>
            <a:spLocks noGrp="1"/>
          </p:cNvSpPr>
          <p:nvPr>
            <p:ph type="title"/>
          </p:nvPr>
        </p:nvSpPr>
        <p:spPr>
          <a:xfrm>
            <a:off x="2868795" y="1442158"/>
            <a:ext cx="7286605" cy="634323"/>
          </a:xfrm>
        </p:spPr>
        <p:txBody>
          <a:bodyPr>
            <a:noAutofit/>
          </a:bodyPr>
          <a:lstStyle/>
          <a:p>
            <a:r>
              <a:rPr lang="en-US" sz="4400" dirty="0"/>
              <a:t>RISK MANAGEMENT</a:t>
            </a:r>
          </a:p>
        </p:txBody>
      </p:sp>
      <p:pic>
        <p:nvPicPr>
          <p:cNvPr id="74" name="Picture Placeholder 73" descr="Users outline">
            <a:extLst>
              <a:ext uri="{FF2B5EF4-FFF2-40B4-BE49-F238E27FC236}">
                <a16:creationId xmlns:a16="http://schemas.microsoft.com/office/drawing/2014/main" id="{96133EF6-E5B3-48D4-B125-3DB8418D5651}"/>
              </a:ext>
            </a:extLst>
          </p:cNvPr>
          <p:cNvPicPr>
            <a:picLocks noGrp="1" noChangeAspect="1"/>
          </p:cNvPicPr>
          <p:nvPr>
            <p:ph type="pic" sz="quarter" idx="32"/>
          </p:nvPr>
        </p:nvPicPr>
        <p:blipFill>
          <a:blip r:embed="rId2">
            <a:extLst>
              <a:ext uri="{96DAC541-7B7A-43D3-8B79-37D633B846F1}">
                <asvg:svgBlip xmlns:asvg="http://schemas.microsoft.com/office/drawing/2016/SVG/main" r:embed="rId3"/>
              </a:ext>
            </a:extLst>
          </a:blip>
          <a:srcRect/>
          <a:stretch/>
        </p:blipFill>
        <p:spPr>
          <a:xfrm>
            <a:off x="1043413" y="2850786"/>
            <a:ext cx="603504" cy="603504"/>
          </a:xfrm>
        </p:spPr>
      </p:pic>
      <p:pic>
        <p:nvPicPr>
          <p:cNvPr id="75" name="Picture Placeholder 74" descr="Computer outline">
            <a:extLst>
              <a:ext uri="{FF2B5EF4-FFF2-40B4-BE49-F238E27FC236}">
                <a16:creationId xmlns:a16="http://schemas.microsoft.com/office/drawing/2014/main" id="{5B57A567-220C-4397-939E-6693826CCA7A}"/>
              </a:ext>
            </a:extLst>
          </p:cNvPr>
          <p:cNvPicPr>
            <a:picLocks noGrp="1" noChangeAspect="1"/>
          </p:cNvPicPr>
          <p:nvPr>
            <p:ph type="pic" sz="quarter" idx="33"/>
          </p:nvPr>
        </p:nvPicPr>
        <p:blipFill>
          <a:blip r:embed="rId4">
            <a:extLst>
              <a:ext uri="{96DAC541-7B7A-43D3-8B79-37D633B846F1}">
                <asvg:svgBlip xmlns:asvg="http://schemas.microsoft.com/office/drawing/2016/SVG/main" r:embed="rId5"/>
              </a:ext>
            </a:extLst>
          </a:blip>
          <a:srcRect/>
          <a:stretch/>
        </p:blipFill>
        <p:spPr>
          <a:xfrm>
            <a:off x="3592627" y="2856347"/>
            <a:ext cx="603504" cy="603504"/>
          </a:xfrm>
        </p:spPr>
      </p:pic>
      <p:pic>
        <p:nvPicPr>
          <p:cNvPr id="76" name="Picture Placeholder 75" descr="Open hand with plant outline">
            <a:extLst>
              <a:ext uri="{FF2B5EF4-FFF2-40B4-BE49-F238E27FC236}">
                <a16:creationId xmlns:a16="http://schemas.microsoft.com/office/drawing/2014/main" id="{0FA7962C-3AAE-40F0-8FDE-2ADF2BAC0318}"/>
              </a:ext>
            </a:extLst>
          </p:cNvPr>
          <p:cNvPicPr>
            <a:picLocks noGrp="1" noChangeAspect="1"/>
          </p:cNvPicPr>
          <p:nvPr>
            <p:ph type="pic" sz="quarter" idx="34"/>
          </p:nvPr>
        </p:nvPicPr>
        <p:blipFill>
          <a:blip r:embed="rId6">
            <a:extLst>
              <a:ext uri="{96DAC541-7B7A-43D3-8B79-37D633B846F1}">
                <asvg:svgBlip xmlns:asvg="http://schemas.microsoft.com/office/drawing/2016/SVG/main" r:embed="rId7"/>
              </a:ext>
            </a:extLst>
          </a:blip>
          <a:srcRect/>
          <a:stretch/>
        </p:blipFill>
        <p:spPr>
          <a:xfrm>
            <a:off x="5916914" y="2851844"/>
            <a:ext cx="603504" cy="603504"/>
          </a:xfrm>
        </p:spPr>
      </p:pic>
      <p:pic>
        <p:nvPicPr>
          <p:cNvPr id="77" name="Picture Placeholder 76" descr="Ui Ux outline">
            <a:extLst>
              <a:ext uri="{FF2B5EF4-FFF2-40B4-BE49-F238E27FC236}">
                <a16:creationId xmlns:a16="http://schemas.microsoft.com/office/drawing/2014/main" id="{D1E6E4D0-906D-4B29-A5A3-EDBA9E13B7A7}"/>
              </a:ext>
            </a:extLst>
          </p:cNvPr>
          <p:cNvPicPr>
            <a:picLocks noGrp="1" noChangeAspect="1"/>
          </p:cNvPicPr>
          <p:nvPr>
            <p:ph type="pic" sz="quarter" idx="35"/>
          </p:nvPr>
        </p:nvPicPr>
        <p:blipFill>
          <a:blip r:embed="rId8">
            <a:extLst>
              <a:ext uri="{96DAC541-7B7A-43D3-8B79-37D633B846F1}">
                <asvg:svgBlip xmlns:asvg="http://schemas.microsoft.com/office/drawing/2016/SVG/main" r:embed="rId9"/>
              </a:ext>
            </a:extLst>
          </a:blip>
          <a:srcRect/>
          <a:stretch/>
        </p:blipFill>
        <p:spPr>
          <a:xfrm>
            <a:off x="8150587" y="2911893"/>
            <a:ext cx="603504" cy="603504"/>
          </a:xfrm>
        </p:spPr>
      </p:pic>
      <p:pic>
        <p:nvPicPr>
          <p:cNvPr id="6" name="Picture Placeholder 76" descr="Brainstorm outline">
            <a:extLst>
              <a:ext uri="{FF2B5EF4-FFF2-40B4-BE49-F238E27FC236}">
                <a16:creationId xmlns:a16="http://schemas.microsoft.com/office/drawing/2014/main" id="{15C9F375-6DB3-7350-A723-1F4140468862}"/>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10398049" y="2911893"/>
            <a:ext cx="603504" cy="603504"/>
          </a:xfrm>
          <a:prstGeom prst="rect">
            <a:avLst/>
          </a:prstGeom>
        </p:spPr>
      </p:pic>
      <p:sp>
        <p:nvSpPr>
          <p:cNvPr id="7" name="Text Placeholder 24">
            <a:extLst>
              <a:ext uri="{FF2B5EF4-FFF2-40B4-BE49-F238E27FC236}">
                <a16:creationId xmlns:a16="http://schemas.microsoft.com/office/drawing/2014/main" id="{F497D76F-C2FB-6499-3D8A-7B9855960026}"/>
              </a:ext>
            </a:extLst>
          </p:cNvPr>
          <p:cNvSpPr txBox="1">
            <a:spLocks/>
          </p:cNvSpPr>
          <p:nvPr/>
        </p:nvSpPr>
        <p:spPr>
          <a:xfrm>
            <a:off x="9555597" y="3684607"/>
            <a:ext cx="2383765" cy="36512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1600" kern="1200" cap="all" spc="200" baseline="0">
                <a:solidFill>
                  <a:schemeClr val="accent5"/>
                </a:solidFill>
                <a:latin typeface="+mj-lt"/>
                <a:ea typeface="+mn-ea"/>
                <a:cs typeface="Posterama" panose="020B0504020200020000"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Project risks</a:t>
            </a:r>
          </a:p>
        </p:txBody>
      </p:sp>
      <p:sp>
        <p:nvSpPr>
          <p:cNvPr id="8" name="Text Placeholder 19">
            <a:extLst>
              <a:ext uri="{FF2B5EF4-FFF2-40B4-BE49-F238E27FC236}">
                <a16:creationId xmlns:a16="http://schemas.microsoft.com/office/drawing/2014/main" id="{9361F49A-3C38-2295-D2CF-18BA910F0057}"/>
              </a:ext>
            </a:extLst>
          </p:cNvPr>
          <p:cNvSpPr txBox="1">
            <a:spLocks/>
          </p:cNvSpPr>
          <p:nvPr/>
        </p:nvSpPr>
        <p:spPr>
          <a:xfrm>
            <a:off x="9674552" y="3952182"/>
            <a:ext cx="2383765" cy="1126085"/>
          </a:xfrm>
          <a:prstGeom prst="rect">
            <a:avLst/>
          </a:prstGeom>
        </p:spPr>
        <p:txBody>
          <a:bodyPr vert="horz" lIns="91440" tIns="45720" rIns="91440" bIns="45720" rtlCol="0">
            <a:normAutofit/>
          </a:bodyPr>
          <a:lstStyle>
            <a:lvl1pPr marL="0" indent="0" algn="ctr" defTabSz="914400" rtl="0" eaLnBrk="1" latinLnBrk="0" hangingPunct="1">
              <a:lnSpc>
                <a:spcPct val="114000"/>
              </a:lnSpc>
              <a:spcBef>
                <a:spcPts val="0"/>
              </a:spcBef>
              <a:buFont typeface="Arial" panose="020B0604020202020204" pitchFamily="34" charset="0"/>
              <a:buNone/>
              <a:defRPr sz="1400" kern="1200" cap="none" spc="0" baseline="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ZA" dirty="0"/>
              <a:t>Designed with the help and input of software experts</a:t>
            </a:r>
            <a:endParaRPr lang="en-US" dirty="0"/>
          </a:p>
        </p:txBody>
      </p:sp>
    </p:spTree>
    <p:extLst>
      <p:ext uri="{BB962C8B-B14F-4D97-AF65-F5344CB8AC3E}">
        <p14:creationId xmlns:p14="http://schemas.microsoft.com/office/powerpoint/2010/main" val="23788281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Placeholder 20">
            <a:extLst>
              <a:ext uri="{FF2B5EF4-FFF2-40B4-BE49-F238E27FC236}">
                <a16:creationId xmlns:a16="http://schemas.microsoft.com/office/drawing/2014/main" id="{5BEA2E31-956A-45E8-9E93-6C81A659BCBE}"/>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6396" r="6396"/>
          <a:stretch/>
        </p:blipFill>
        <p:spPr/>
      </p:pic>
      <p:sp>
        <p:nvSpPr>
          <p:cNvPr id="18" name="Title 17">
            <a:extLst>
              <a:ext uri="{FF2B5EF4-FFF2-40B4-BE49-F238E27FC236}">
                <a16:creationId xmlns:a16="http://schemas.microsoft.com/office/drawing/2014/main" id="{17062936-5CF9-46DE-8DD5-5C63AAD751F7}"/>
              </a:ext>
            </a:extLst>
          </p:cNvPr>
          <p:cNvSpPr>
            <a:spLocks noGrp="1"/>
          </p:cNvSpPr>
          <p:nvPr>
            <p:ph type="title"/>
          </p:nvPr>
        </p:nvSpPr>
        <p:spPr>
          <a:xfrm>
            <a:off x="6467704" y="1881922"/>
            <a:ext cx="5749200" cy="3381454"/>
          </a:xfrm>
        </p:spPr>
        <p:txBody>
          <a:bodyPr/>
          <a:lstStyle/>
          <a:p>
            <a:r>
              <a:rPr lang="en-US" dirty="0"/>
              <a:t>FEASIBILITIES</a:t>
            </a:r>
          </a:p>
        </p:txBody>
      </p:sp>
      <p:sp>
        <p:nvSpPr>
          <p:cNvPr id="57" name="Text Placeholder 56">
            <a:extLst>
              <a:ext uri="{FF2B5EF4-FFF2-40B4-BE49-F238E27FC236}">
                <a16:creationId xmlns:a16="http://schemas.microsoft.com/office/drawing/2014/main" id="{157DA62F-DBB5-42B6-A283-774219082BAF}"/>
              </a:ext>
            </a:extLst>
          </p:cNvPr>
          <p:cNvSpPr>
            <a:spLocks noGrp="1"/>
          </p:cNvSpPr>
          <p:nvPr>
            <p:ph type="body" sz="quarter" idx="15"/>
          </p:nvPr>
        </p:nvSpPr>
        <p:spPr>
          <a:xfrm>
            <a:off x="7079405" y="3201410"/>
            <a:ext cx="4614604" cy="1765142"/>
          </a:xfrm>
        </p:spPr>
        <p:txBody>
          <a:bodyPr/>
          <a:lstStyle/>
          <a:p>
            <a:r>
              <a:rPr lang="en-ZA" dirty="0">
                <a:solidFill>
                  <a:schemeClr val="tx2"/>
                </a:solidFill>
              </a:rPr>
              <a:t>TECHNICAL FEASIBILITIES</a:t>
            </a:r>
            <a:endParaRPr lang="en-US" dirty="0">
              <a:solidFill>
                <a:schemeClr val="tx2"/>
              </a:solidFill>
            </a:endParaRPr>
          </a:p>
          <a:p>
            <a:r>
              <a:rPr lang="en-ZA" dirty="0">
                <a:solidFill>
                  <a:schemeClr val="tx2"/>
                </a:solidFill>
              </a:rPr>
              <a:t>ECONOMIC FEASIBILITY</a:t>
            </a:r>
            <a:endParaRPr lang="en-US" dirty="0">
              <a:solidFill>
                <a:schemeClr val="tx2"/>
              </a:solidFill>
            </a:endParaRPr>
          </a:p>
          <a:p>
            <a:r>
              <a:rPr lang="en-ZA" dirty="0">
                <a:solidFill>
                  <a:schemeClr val="tx2"/>
                </a:solidFill>
              </a:rPr>
              <a:t>OPERATIONAL FEASIBILITIES</a:t>
            </a:r>
          </a:p>
          <a:p>
            <a:r>
              <a:rPr lang="en-ZA" dirty="0">
                <a:solidFill>
                  <a:schemeClr val="tx2"/>
                </a:solidFill>
              </a:rPr>
              <a:t>SCHEDULE FEASIBILITIES</a:t>
            </a:r>
          </a:p>
          <a:p>
            <a:r>
              <a:rPr lang="en-ZA" dirty="0">
                <a:solidFill>
                  <a:schemeClr val="tx2"/>
                </a:solidFill>
              </a:rPr>
              <a:t>LEGAL AND ORGANISATIONAL FEASIBILITIES</a:t>
            </a:r>
            <a:endParaRPr lang="en-US" dirty="0">
              <a:solidFill>
                <a:schemeClr val="tx2"/>
              </a:solidFill>
            </a:endParaRPr>
          </a:p>
        </p:txBody>
      </p:sp>
      <p:sp>
        <p:nvSpPr>
          <p:cNvPr id="2" name="Date Placeholder 1">
            <a:extLst>
              <a:ext uri="{FF2B5EF4-FFF2-40B4-BE49-F238E27FC236}">
                <a16:creationId xmlns:a16="http://schemas.microsoft.com/office/drawing/2014/main" id="{B5ABC6DE-6467-4345-ACB9-6CF75ECAE45C}"/>
              </a:ext>
            </a:extLst>
          </p:cNvPr>
          <p:cNvSpPr>
            <a:spLocks noGrp="1"/>
          </p:cNvSpPr>
          <p:nvPr>
            <p:ph type="dt" sz="half" idx="10"/>
          </p:nvPr>
        </p:nvSpPr>
        <p:spPr/>
        <p:txBody>
          <a:bodyPr/>
          <a:lstStyle/>
          <a:p>
            <a:r>
              <a:rPr lang="en-US" dirty="0"/>
              <a:t>8/06/20XX</a:t>
            </a:r>
          </a:p>
        </p:txBody>
      </p:sp>
      <p:sp>
        <p:nvSpPr>
          <p:cNvPr id="3" name="Footer Placeholder 2">
            <a:extLst>
              <a:ext uri="{FF2B5EF4-FFF2-40B4-BE49-F238E27FC236}">
                <a16:creationId xmlns:a16="http://schemas.microsoft.com/office/drawing/2014/main" id="{EF0CA845-7827-4721-AEC5-78977CC38A4D}"/>
              </a:ext>
            </a:extLst>
          </p:cNvPr>
          <p:cNvSpPr>
            <a:spLocks noGrp="1"/>
          </p:cNvSpPr>
          <p:nvPr>
            <p:ph type="ftr" sz="quarter" idx="11"/>
          </p:nvPr>
        </p:nvSpPr>
        <p:spPr/>
        <p:txBody>
          <a:bodyPr/>
          <a:lstStyle/>
          <a:p>
            <a:r>
              <a:rPr lang="en-US" dirty="0"/>
              <a:t>PITCH DECK</a:t>
            </a:r>
          </a:p>
        </p:txBody>
      </p:sp>
      <p:sp>
        <p:nvSpPr>
          <p:cNvPr id="4" name="Slide Number Placeholder 3">
            <a:extLst>
              <a:ext uri="{FF2B5EF4-FFF2-40B4-BE49-F238E27FC236}">
                <a16:creationId xmlns:a16="http://schemas.microsoft.com/office/drawing/2014/main" id="{B06B27C9-FAA1-490A-8DE2-9BAA5B177CE7}"/>
              </a:ext>
            </a:extLst>
          </p:cNvPr>
          <p:cNvSpPr>
            <a:spLocks noGrp="1"/>
          </p:cNvSpPr>
          <p:nvPr>
            <p:ph type="sldNum" sz="quarter" idx="12"/>
          </p:nvPr>
        </p:nvSpPr>
        <p:spPr/>
        <p:txBody>
          <a:bodyPr/>
          <a:lstStyle/>
          <a:p>
            <a:fld id="{A402E4C0-AD5E-4E8C-9F21-7CCE474BDCEB}" type="slidenum">
              <a:rPr lang="en-US" smtClean="0"/>
              <a:pPr/>
              <a:t>5</a:t>
            </a:fld>
            <a:endParaRPr lang="en-US" dirty="0"/>
          </a:p>
        </p:txBody>
      </p:sp>
    </p:spTree>
    <p:extLst>
      <p:ext uri="{BB962C8B-B14F-4D97-AF65-F5344CB8AC3E}">
        <p14:creationId xmlns:p14="http://schemas.microsoft.com/office/powerpoint/2010/main" val="3474899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A677F-6973-0121-AFFB-21399694DCF6}"/>
            </a:ext>
          </a:extLst>
        </p:cNvPr>
        <p:cNvGrpSpPr/>
        <p:nvPr/>
      </p:nvGrpSpPr>
      <p:grpSpPr>
        <a:xfrm>
          <a:off x="0" y="0"/>
          <a:ext cx="0" cy="0"/>
          <a:chOff x="0" y="0"/>
          <a:chExt cx="0" cy="0"/>
        </a:xfrm>
      </p:grpSpPr>
      <p:sp>
        <p:nvSpPr>
          <p:cNvPr id="51" name="Date Placeholder 50">
            <a:extLst>
              <a:ext uri="{FF2B5EF4-FFF2-40B4-BE49-F238E27FC236}">
                <a16:creationId xmlns:a16="http://schemas.microsoft.com/office/drawing/2014/main" id="{C55C0E38-BD71-700D-DE90-BC91239FCAE4}"/>
              </a:ext>
            </a:extLst>
          </p:cNvPr>
          <p:cNvSpPr>
            <a:spLocks noGrp="1"/>
          </p:cNvSpPr>
          <p:nvPr>
            <p:ph type="dt" sz="half" idx="10"/>
          </p:nvPr>
        </p:nvSpPr>
        <p:spPr/>
        <p:txBody>
          <a:bodyPr/>
          <a:lstStyle/>
          <a:p>
            <a:r>
              <a:rPr lang="en-US" dirty="0"/>
              <a:t>8/06/20XX</a:t>
            </a:r>
          </a:p>
        </p:txBody>
      </p:sp>
      <p:sp>
        <p:nvSpPr>
          <p:cNvPr id="52" name="Footer Placeholder 51">
            <a:extLst>
              <a:ext uri="{FF2B5EF4-FFF2-40B4-BE49-F238E27FC236}">
                <a16:creationId xmlns:a16="http://schemas.microsoft.com/office/drawing/2014/main" id="{160EBA26-164B-EF42-0C11-BCF0199AF39F}"/>
              </a:ext>
            </a:extLst>
          </p:cNvPr>
          <p:cNvSpPr>
            <a:spLocks noGrp="1"/>
          </p:cNvSpPr>
          <p:nvPr>
            <p:ph type="ftr" sz="quarter" idx="11"/>
          </p:nvPr>
        </p:nvSpPr>
        <p:spPr/>
        <p:txBody>
          <a:bodyPr/>
          <a:lstStyle/>
          <a:p>
            <a:r>
              <a:rPr lang="en-US" dirty="0"/>
              <a:t>PITCH DECK</a:t>
            </a:r>
          </a:p>
        </p:txBody>
      </p:sp>
      <p:sp>
        <p:nvSpPr>
          <p:cNvPr id="53" name="Slide Number Placeholder 52">
            <a:extLst>
              <a:ext uri="{FF2B5EF4-FFF2-40B4-BE49-F238E27FC236}">
                <a16:creationId xmlns:a16="http://schemas.microsoft.com/office/drawing/2014/main" id="{1070D191-62E8-D287-A34C-2CDEDD7E2700}"/>
              </a:ext>
            </a:extLst>
          </p:cNvPr>
          <p:cNvSpPr>
            <a:spLocks noGrp="1"/>
          </p:cNvSpPr>
          <p:nvPr>
            <p:ph type="sldNum" sz="quarter" idx="12"/>
          </p:nvPr>
        </p:nvSpPr>
        <p:spPr/>
        <p:txBody>
          <a:bodyPr/>
          <a:lstStyle/>
          <a:p>
            <a:fld id="{A402E4C0-AD5E-4E8C-9F21-7CCE474BDCEB}" type="slidenum">
              <a:rPr lang="en-US" smtClean="0"/>
              <a:pPr/>
              <a:t>6</a:t>
            </a:fld>
            <a:endParaRPr lang="en-US" dirty="0"/>
          </a:p>
        </p:txBody>
      </p:sp>
      <p:sp>
        <p:nvSpPr>
          <p:cNvPr id="24" name="Title 23">
            <a:extLst>
              <a:ext uri="{FF2B5EF4-FFF2-40B4-BE49-F238E27FC236}">
                <a16:creationId xmlns:a16="http://schemas.microsoft.com/office/drawing/2014/main" id="{146A99EC-3397-8C86-F2AD-E06DB5D8B369}"/>
              </a:ext>
            </a:extLst>
          </p:cNvPr>
          <p:cNvSpPr>
            <a:spLocks noGrp="1"/>
          </p:cNvSpPr>
          <p:nvPr>
            <p:ph type="title"/>
          </p:nvPr>
        </p:nvSpPr>
        <p:spPr/>
        <p:txBody>
          <a:bodyPr/>
          <a:lstStyle/>
          <a:p>
            <a:r>
              <a:rPr lang="en-US" sz="4400" noProof="0" dirty="0"/>
              <a:t>Funding</a:t>
            </a:r>
            <a:endParaRPr lang="en-US" sz="4400" dirty="0"/>
          </a:p>
        </p:txBody>
      </p:sp>
      <p:sp>
        <p:nvSpPr>
          <p:cNvPr id="43" name="TextBox 42">
            <a:extLst>
              <a:ext uri="{FF2B5EF4-FFF2-40B4-BE49-F238E27FC236}">
                <a16:creationId xmlns:a16="http://schemas.microsoft.com/office/drawing/2014/main" id="{19A6D595-3298-8233-07D4-F2C52979D290}"/>
              </a:ext>
            </a:extLst>
          </p:cNvPr>
          <p:cNvSpPr txBox="1"/>
          <p:nvPr/>
        </p:nvSpPr>
        <p:spPr>
          <a:xfrm>
            <a:off x="1025770" y="2032001"/>
            <a:ext cx="8118230" cy="33855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indent="-228600"/>
            <a:r>
              <a:rPr lang="en-US" sz="700" dirty="0">
                <a:latin typeface="Times New Roman"/>
                <a:ea typeface="Times New Roman"/>
                <a:cs typeface="Times New Roman"/>
              </a:rPr>
              <a:t>    </a:t>
            </a:r>
            <a:r>
              <a:rPr lang="en-US" sz="2800" dirty="0">
                <a:latin typeface="Times New Roman"/>
                <a:ea typeface="Times New Roman"/>
                <a:cs typeface="Times New Roman"/>
              </a:rPr>
              <a:t>  </a:t>
            </a:r>
            <a:r>
              <a:rPr lang="en-US" sz="2800" b="1" u="sng" dirty="0">
                <a:solidFill>
                  <a:schemeClr val="bg1"/>
                </a:solidFill>
              </a:rPr>
              <a:t>Budget Summary:</a:t>
            </a:r>
          </a:p>
          <a:p>
            <a:pPr indent="-228600"/>
            <a:r>
              <a:rPr lang="en-US" sz="2800" kern="0" dirty="0">
                <a:solidFill>
                  <a:schemeClr val="bg1"/>
                </a:solidFill>
                <a:latin typeface="Wingdings"/>
                <a:ea typeface="Wingdings"/>
                <a:cs typeface="Wingdings"/>
              </a:rPr>
              <a:t>Ø</a:t>
            </a:r>
            <a:r>
              <a:rPr lang="en-US" sz="2800" kern="0" dirty="0">
                <a:solidFill>
                  <a:schemeClr val="bg1"/>
                </a:solidFill>
                <a:latin typeface="Times New Roman"/>
                <a:ea typeface="Wingdings"/>
                <a:cs typeface="Wingdings"/>
              </a:rPr>
              <a:t>  </a:t>
            </a:r>
            <a:r>
              <a:rPr lang="en-US" sz="2800" kern="0" dirty="0">
                <a:solidFill>
                  <a:schemeClr val="bg1"/>
                </a:solidFill>
                <a:latin typeface="Aptos"/>
                <a:ea typeface="Wingdings"/>
                <a:cs typeface="Times New Roman"/>
              </a:rPr>
              <a:t>End-user devices – R464 000</a:t>
            </a:r>
            <a:endParaRPr lang="en-US" sz="2800" kern="0" dirty="0">
              <a:solidFill>
                <a:schemeClr val="bg1"/>
              </a:solidFill>
              <a:ea typeface="Times New Roman"/>
              <a:cs typeface="Times New Roman"/>
            </a:endParaRPr>
          </a:p>
          <a:p>
            <a:pPr indent="-228600"/>
            <a:r>
              <a:rPr lang="en-US" sz="2800" kern="0" dirty="0">
                <a:solidFill>
                  <a:schemeClr val="bg1"/>
                </a:solidFill>
                <a:latin typeface="Wingdings"/>
                <a:ea typeface="Wingdings"/>
                <a:cs typeface="Wingdings"/>
              </a:rPr>
              <a:t>Ø</a:t>
            </a:r>
            <a:r>
              <a:rPr lang="en-US" sz="2800" kern="0" dirty="0">
                <a:solidFill>
                  <a:schemeClr val="bg1"/>
                </a:solidFill>
                <a:latin typeface="Times New Roman"/>
                <a:ea typeface="Wingdings"/>
                <a:cs typeface="Wingdings"/>
              </a:rPr>
              <a:t>  </a:t>
            </a:r>
            <a:r>
              <a:rPr lang="en-US" sz="2800" kern="0" dirty="0">
                <a:solidFill>
                  <a:schemeClr val="bg1"/>
                </a:solidFill>
                <a:ea typeface="Times New Roman"/>
                <a:cs typeface="Times New Roman"/>
              </a:rPr>
              <a:t>Servers &amp; storage – R390 000</a:t>
            </a:r>
          </a:p>
          <a:p>
            <a:pPr indent="-228600"/>
            <a:r>
              <a:rPr lang="en-US" sz="2800" kern="0" dirty="0">
                <a:solidFill>
                  <a:schemeClr val="bg1"/>
                </a:solidFill>
                <a:latin typeface="Wingdings"/>
                <a:ea typeface="Wingdings"/>
                <a:cs typeface="Wingdings"/>
              </a:rPr>
              <a:t>Ø</a:t>
            </a:r>
            <a:r>
              <a:rPr lang="en-US" sz="2800" kern="0" dirty="0">
                <a:solidFill>
                  <a:schemeClr val="bg1"/>
                </a:solidFill>
                <a:latin typeface="Times New Roman"/>
                <a:ea typeface="Wingdings"/>
                <a:cs typeface="Wingdings"/>
              </a:rPr>
              <a:t>  </a:t>
            </a:r>
            <a:r>
              <a:rPr lang="en-US" sz="2800" kern="0" dirty="0">
                <a:solidFill>
                  <a:schemeClr val="bg1"/>
                </a:solidFill>
                <a:ea typeface="Times New Roman"/>
                <a:cs typeface="Times New Roman"/>
              </a:rPr>
              <a:t>Networking equipment – R290 000</a:t>
            </a:r>
          </a:p>
          <a:p>
            <a:pPr marL="457200" indent="-457200">
              <a:buFont typeface="Wingdings"/>
              <a:buChar char="Ø"/>
            </a:pPr>
            <a:r>
              <a:rPr lang="en-US" sz="2800" kern="0" dirty="0">
                <a:solidFill>
                  <a:schemeClr val="bg1"/>
                </a:solidFill>
                <a:latin typeface="Aptos"/>
                <a:ea typeface="Wingdings"/>
                <a:cs typeface="Times New Roman"/>
              </a:rPr>
              <a:t>Software Licensing – R320 000</a:t>
            </a:r>
          </a:p>
          <a:p>
            <a:pPr marL="457200" indent="-457200">
              <a:buFont typeface="Wingdings"/>
              <a:buChar char="Ø"/>
            </a:pPr>
            <a:r>
              <a:rPr lang="en-US" sz="2800" kern="0" dirty="0">
                <a:solidFill>
                  <a:schemeClr val="bg1"/>
                </a:solidFill>
                <a:latin typeface="Aptos"/>
                <a:ea typeface="Wingdings"/>
                <a:cs typeface="Times New Roman"/>
              </a:rPr>
              <a:t>Connectivity &amp; ISP – R100 000</a:t>
            </a:r>
          </a:p>
          <a:p>
            <a:pPr indent="-228600"/>
            <a:r>
              <a:rPr lang="en-US" sz="2800" dirty="0">
                <a:solidFill>
                  <a:schemeClr val="bg1"/>
                </a:solidFill>
                <a:latin typeface="Wingdings"/>
                <a:ea typeface="Wingdings"/>
                <a:cs typeface="Wingdings"/>
              </a:rPr>
              <a:t>Ø</a:t>
            </a:r>
            <a:r>
              <a:rPr lang="en-US" sz="2800" dirty="0">
                <a:solidFill>
                  <a:schemeClr val="bg1"/>
                </a:solidFill>
                <a:latin typeface="Times New Roman"/>
                <a:ea typeface="Times New Roman"/>
                <a:cs typeface="Times New Roman"/>
              </a:rPr>
              <a:t>  </a:t>
            </a:r>
            <a:r>
              <a:rPr lang="en-US" sz="2800" kern="0" dirty="0">
                <a:solidFill>
                  <a:schemeClr val="bg1"/>
                </a:solidFill>
                <a:ea typeface="Times New Roman"/>
                <a:cs typeface="Times New Roman"/>
              </a:rPr>
              <a:t>Total: R1 564 050</a:t>
            </a:r>
          </a:p>
          <a:p>
            <a:pPr algn="ctr"/>
            <a:endParaRPr lang="en-US"/>
          </a:p>
        </p:txBody>
      </p:sp>
    </p:spTree>
    <p:extLst>
      <p:ext uri="{BB962C8B-B14F-4D97-AF65-F5344CB8AC3E}">
        <p14:creationId xmlns:p14="http://schemas.microsoft.com/office/powerpoint/2010/main" val="32812986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Placeholder 26" descr="Robot hand and human hand almost touch with their pointer fingers">
            <a:extLst>
              <a:ext uri="{FF2B5EF4-FFF2-40B4-BE49-F238E27FC236}">
                <a16:creationId xmlns:a16="http://schemas.microsoft.com/office/drawing/2014/main" id="{99832064-71DC-4D4A-BF64-B140BE0DBC62}"/>
              </a:ext>
              <a:ext uri="{C183D7F6-B498-43B3-948B-1728B52AA6E4}">
                <adec:decorative xmlns:adec="http://schemas.microsoft.com/office/drawing/2017/decorative" val="0"/>
              </a:ext>
            </a:extLst>
          </p:cNvPr>
          <p:cNvPicPr>
            <a:picLocks noGrp="1" noChangeAspect="1"/>
          </p:cNvPicPr>
          <p:nvPr>
            <p:ph type="pic" sz="quarter" idx="13"/>
          </p:nvPr>
        </p:nvPicPr>
        <p:blipFill rotWithShape="1">
          <a:blip r:embed="rId2" cstate="email">
            <a:extLst>
              <a:ext uri="{28A0092B-C50C-407E-A947-70E740481C1C}">
                <a14:useLocalDpi xmlns:a14="http://schemas.microsoft.com/office/drawing/2010/main"/>
              </a:ext>
            </a:extLst>
          </a:blip>
          <a:srcRect l="30" r="30"/>
          <a:stretch/>
        </p:blipFill>
        <p:spPr/>
      </p:pic>
      <p:sp>
        <p:nvSpPr>
          <p:cNvPr id="7" name="Title 6">
            <a:extLst>
              <a:ext uri="{FF2B5EF4-FFF2-40B4-BE49-F238E27FC236}">
                <a16:creationId xmlns:a16="http://schemas.microsoft.com/office/drawing/2014/main" id="{7A8DDD42-D29D-4ECB-A465-13EFA049E83C}"/>
              </a:ext>
            </a:extLst>
          </p:cNvPr>
          <p:cNvSpPr>
            <a:spLocks noGrp="1"/>
          </p:cNvSpPr>
          <p:nvPr>
            <p:ph type="title"/>
          </p:nvPr>
        </p:nvSpPr>
        <p:spPr/>
        <p:txBody>
          <a:bodyPr/>
          <a:lstStyle/>
          <a:p>
            <a:r>
              <a:rPr lang="en-US" dirty="0">
                <a:ln w="0"/>
                <a:solidFill>
                  <a:schemeClr val="accent1"/>
                </a:solidFill>
                <a:effectLst>
                  <a:outerShdw blurRad="38100" dist="25400" dir="5400000" algn="ctr" rotWithShape="0">
                    <a:srgbClr val="6E747A">
                      <a:alpha val="43000"/>
                    </a:srgbClr>
                  </a:outerShdw>
                </a:effectLst>
              </a:rPr>
              <a:t>NETWORK FOR SITE B</a:t>
            </a:r>
          </a:p>
        </p:txBody>
      </p:sp>
    </p:spTree>
    <p:extLst>
      <p:ext uri="{BB962C8B-B14F-4D97-AF65-F5344CB8AC3E}">
        <p14:creationId xmlns:p14="http://schemas.microsoft.com/office/powerpoint/2010/main" val="20939488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Placeholder 18" descr="A woman looking at a screen with tiny writing and graphs floating">
            <a:extLst>
              <a:ext uri="{FF2B5EF4-FFF2-40B4-BE49-F238E27FC236}">
                <a16:creationId xmlns:a16="http://schemas.microsoft.com/office/drawing/2014/main" id="{AACEA9E5-C8FF-4080-B2EE-93C3DA6E6851}"/>
              </a:ext>
            </a:extLst>
          </p:cNvPr>
          <p:cNvPicPr>
            <a:picLocks noGrp="1" noChangeAspect="1"/>
          </p:cNvPicPr>
          <p:nvPr>
            <p:ph type="pic" sz="quarter" idx="13"/>
          </p:nvPr>
        </p:nvPicPr>
        <p:blipFill rotWithShape="1">
          <a:blip r:embed="rId2" cstate="email">
            <a:extLst>
              <a:ext uri="{28A0092B-C50C-407E-A947-70E740481C1C}">
                <a14:useLocalDpi xmlns:a14="http://schemas.microsoft.com/office/drawing/2010/main"/>
              </a:ext>
            </a:extLst>
          </a:blip>
          <a:srcRect t="36" b="36"/>
          <a:stretch/>
        </p:blipFill>
        <p:spPr/>
      </p:pic>
      <p:sp>
        <p:nvSpPr>
          <p:cNvPr id="23" name="Title 22">
            <a:extLst>
              <a:ext uri="{FF2B5EF4-FFF2-40B4-BE49-F238E27FC236}">
                <a16:creationId xmlns:a16="http://schemas.microsoft.com/office/drawing/2014/main" id="{8A0965D6-0D20-40A0-8897-EDF8A7A464C5}"/>
              </a:ext>
            </a:extLst>
          </p:cNvPr>
          <p:cNvSpPr>
            <a:spLocks noGrp="1"/>
          </p:cNvSpPr>
          <p:nvPr>
            <p:ph type="title"/>
          </p:nvPr>
        </p:nvSpPr>
        <p:spPr>
          <a:solidFill>
            <a:schemeClr val="tx2">
              <a:lumMod val="50000"/>
              <a:lumOff val="50000"/>
              <a:alpha val="80000"/>
            </a:schemeClr>
          </a:solidFill>
        </p:spPr>
        <p:txBody>
          <a:bodyPr>
            <a:normAutofit/>
          </a:bodyPr>
          <a:lstStyle/>
          <a:p>
            <a:r>
              <a:rPr lang="en-US" sz="32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rPr>
              <a:t>INTRODUCTION</a:t>
            </a:r>
          </a:p>
        </p:txBody>
      </p:sp>
      <p:sp>
        <p:nvSpPr>
          <p:cNvPr id="30" name="Text Placeholder 29">
            <a:extLst>
              <a:ext uri="{FF2B5EF4-FFF2-40B4-BE49-F238E27FC236}">
                <a16:creationId xmlns:a16="http://schemas.microsoft.com/office/drawing/2014/main" id="{BAD5E990-59DB-44C5-B716-B0352D75353A}"/>
              </a:ext>
            </a:extLst>
          </p:cNvPr>
          <p:cNvSpPr>
            <a:spLocks noGrp="1"/>
          </p:cNvSpPr>
          <p:nvPr>
            <p:ph type="body" sz="quarter" idx="18"/>
          </p:nvPr>
        </p:nvSpPr>
        <p:spPr>
          <a:xfrm>
            <a:off x="729017" y="2605040"/>
            <a:ext cx="5139520" cy="3004190"/>
          </a:xfrm>
        </p:spPr>
        <p:txBody>
          <a:bodyPr>
            <a:normAutofit/>
          </a:bodyPr>
          <a:lstStyle/>
          <a:p>
            <a:r>
              <a:rPr lang="en-US" dirty="0">
                <a:solidFill>
                  <a:schemeClr val="bg1"/>
                </a:solidFill>
              </a:rPr>
              <a:t>​</a:t>
            </a:r>
            <a:r>
              <a:rPr lang="en-US" sz="1600" dirty="0">
                <a:solidFill>
                  <a:schemeClr val="bg1"/>
                </a:solidFill>
              </a:rPr>
              <a:t>The network design for Site B was developed to provide secure, reliable, and high-performance connectivity for both administrative and development teams. It ensures smooth communication between devices, supports essential services, and allows resource sharing between Site A and Site B. The design also focuses on scalability, enabling future growth as the company expands.</a:t>
            </a:r>
          </a:p>
        </p:txBody>
      </p:sp>
      <p:sp>
        <p:nvSpPr>
          <p:cNvPr id="4" name="Date Placeholder 3">
            <a:extLst>
              <a:ext uri="{FF2B5EF4-FFF2-40B4-BE49-F238E27FC236}">
                <a16:creationId xmlns:a16="http://schemas.microsoft.com/office/drawing/2014/main" id="{5F545101-439C-477B-AE6C-F073A8313C33}"/>
              </a:ext>
            </a:extLst>
          </p:cNvPr>
          <p:cNvSpPr>
            <a:spLocks noGrp="1"/>
          </p:cNvSpPr>
          <p:nvPr>
            <p:ph type="dt" sz="half" idx="10"/>
          </p:nvPr>
        </p:nvSpPr>
        <p:spPr/>
        <p:txBody>
          <a:bodyPr/>
          <a:lstStyle/>
          <a:p>
            <a:r>
              <a:rPr lang="en-US" dirty="0"/>
              <a:t>8/06/20XX</a:t>
            </a:r>
          </a:p>
        </p:txBody>
      </p:sp>
      <p:sp>
        <p:nvSpPr>
          <p:cNvPr id="5" name="Footer Placeholder 4">
            <a:extLst>
              <a:ext uri="{FF2B5EF4-FFF2-40B4-BE49-F238E27FC236}">
                <a16:creationId xmlns:a16="http://schemas.microsoft.com/office/drawing/2014/main" id="{01F11018-5D1E-4F5A-A676-EDD8442B3CB4}"/>
              </a:ext>
            </a:extLst>
          </p:cNvPr>
          <p:cNvSpPr>
            <a:spLocks noGrp="1"/>
          </p:cNvSpPr>
          <p:nvPr>
            <p:ph type="ftr" sz="quarter" idx="11"/>
          </p:nvPr>
        </p:nvSpPr>
        <p:spPr/>
        <p:txBody>
          <a:bodyPr/>
          <a:lstStyle/>
          <a:p>
            <a:r>
              <a:rPr lang="en-US" dirty="0"/>
              <a:t>PITCH DECK</a:t>
            </a:r>
          </a:p>
        </p:txBody>
      </p:sp>
      <p:sp>
        <p:nvSpPr>
          <p:cNvPr id="6" name="Slide Number Placeholder 5">
            <a:extLst>
              <a:ext uri="{FF2B5EF4-FFF2-40B4-BE49-F238E27FC236}">
                <a16:creationId xmlns:a16="http://schemas.microsoft.com/office/drawing/2014/main" id="{3ECA4FBE-BC87-4AB1-BD16-CAF99641A1B5}"/>
              </a:ext>
            </a:extLst>
          </p:cNvPr>
          <p:cNvSpPr>
            <a:spLocks noGrp="1"/>
          </p:cNvSpPr>
          <p:nvPr>
            <p:ph type="sldNum" sz="quarter" idx="12"/>
          </p:nvPr>
        </p:nvSpPr>
        <p:spPr/>
        <p:txBody>
          <a:bodyPr/>
          <a:lstStyle/>
          <a:p>
            <a:fld id="{A402E4C0-AD5E-4E8C-9F21-7CCE474BDCEB}" type="slidenum">
              <a:rPr lang="en-US" smtClean="0"/>
              <a:pPr/>
              <a:t>8</a:t>
            </a:fld>
            <a:endParaRPr lang="en-US" dirty="0"/>
          </a:p>
        </p:txBody>
      </p:sp>
    </p:spTree>
    <p:extLst>
      <p:ext uri="{BB962C8B-B14F-4D97-AF65-F5344CB8AC3E}">
        <p14:creationId xmlns:p14="http://schemas.microsoft.com/office/powerpoint/2010/main" val="3678690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ate Placeholder 10">
            <a:extLst>
              <a:ext uri="{FF2B5EF4-FFF2-40B4-BE49-F238E27FC236}">
                <a16:creationId xmlns:a16="http://schemas.microsoft.com/office/drawing/2014/main" id="{7032CAE6-162A-406E-ADF7-B962187DD4EB}"/>
              </a:ext>
            </a:extLst>
          </p:cNvPr>
          <p:cNvSpPr>
            <a:spLocks noGrp="1"/>
          </p:cNvSpPr>
          <p:nvPr>
            <p:ph type="dt" sz="half" idx="10"/>
          </p:nvPr>
        </p:nvSpPr>
        <p:spPr/>
        <p:txBody>
          <a:bodyPr/>
          <a:lstStyle/>
          <a:p>
            <a:r>
              <a:rPr lang="en-US" dirty="0"/>
              <a:t>8/06/20XX</a:t>
            </a:r>
          </a:p>
        </p:txBody>
      </p:sp>
      <p:sp>
        <p:nvSpPr>
          <p:cNvPr id="12" name="Footer Placeholder 11">
            <a:extLst>
              <a:ext uri="{FF2B5EF4-FFF2-40B4-BE49-F238E27FC236}">
                <a16:creationId xmlns:a16="http://schemas.microsoft.com/office/drawing/2014/main" id="{BCE635D0-1405-4769-AE67-756AE3CA6E85}"/>
              </a:ext>
            </a:extLst>
          </p:cNvPr>
          <p:cNvSpPr>
            <a:spLocks noGrp="1"/>
          </p:cNvSpPr>
          <p:nvPr>
            <p:ph type="ftr" sz="quarter" idx="11"/>
          </p:nvPr>
        </p:nvSpPr>
        <p:spPr/>
        <p:txBody>
          <a:bodyPr/>
          <a:lstStyle/>
          <a:p>
            <a:r>
              <a:rPr lang="en-US" dirty="0"/>
              <a:t>PITCH DECK</a:t>
            </a:r>
          </a:p>
        </p:txBody>
      </p:sp>
      <p:sp>
        <p:nvSpPr>
          <p:cNvPr id="13" name="Slide Number Placeholder 12">
            <a:extLst>
              <a:ext uri="{FF2B5EF4-FFF2-40B4-BE49-F238E27FC236}">
                <a16:creationId xmlns:a16="http://schemas.microsoft.com/office/drawing/2014/main" id="{0CCE5032-D1E3-4E38-B2FF-0C381B149812}"/>
              </a:ext>
            </a:extLst>
          </p:cNvPr>
          <p:cNvSpPr>
            <a:spLocks noGrp="1"/>
          </p:cNvSpPr>
          <p:nvPr>
            <p:ph type="sldNum" sz="quarter" idx="12"/>
          </p:nvPr>
        </p:nvSpPr>
        <p:spPr/>
        <p:txBody>
          <a:bodyPr/>
          <a:lstStyle/>
          <a:p>
            <a:fld id="{A402E4C0-AD5E-4E8C-9F21-7CCE474BDCEB}" type="slidenum">
              <a:rPr lang="en-US" smtClean="0"/>
              <a:pPr/>
              <a:t>9</a:t>
            </a:fld>
            <a:endParaRPr lang="en-US" dirty="0"/>
          </a:p>
        </p:txBody>
      </p:sp>
      <p:sp>
        <p:nvSpPr>
          <p:cNvPr id="43" name="Title 42">
            <a:extLst>
              <a:ext uri="{FF2B5EF4-FFF2-40B4-BE49-F238E27FC236}">
                <a16:creationId xmlns:a16="http://schemas.microsoft.com/office/drawing/2014/main" id="{F5B4A0FC-ADD0-4E64-B8C2-69CCEE2F5AF6}"/>
              </a:ext>
            </a:extLst>
          </p:cNvPr>
          <p:cNvSpPr>
            <a:spLocks noGrp="1"/>
          </p:cNvSpPr>
          <p:nvPr>
            <p:ph type="title"/>
          </p:nvPr>
        </p:nvSpPr>
        <p:spPr>
          <a:xfrm>
            <a:off x="838200" y="282260"/>
            <a:ext cx="4856634" cy="466344"/>
          </a:xfrm>
        </p:spPr>
        <p:txBody>
          <a:bodyPr/>
          <a:lstStyle/>
          <a:p>
            <a:r>
              <a:rPr lang="en-US" b="1" spc="50" dirty="0">
                <a:ln w="0"/>
                <a:solidFill>
                  <a:schemeClr val="bg2"/>
                </a:solidFill>
                <a:effectLst>
                  <a:innerShdw blurRad="63500" dist="50800" dir="13500000">
                    <a:srgbClr val="000000">
                      <a:alpha val="50000"/>
                    </a:srgbClr>
                  </a:innerShdw>
                </a:effectLst>
              </a:rPr>
              <a:t>NETWORK TOPOLOGY</a:t>
            </a:r>
          </a:p>
        </p:txBody>
      </p:sp>
      <p:sp>
        <p:nvSpPr>
          <p:cNvPr id="23" name="TextBox 22">
            <a:extLst>
              <a:ext uri="{FF2B5EF4-FFF2-40B4-BE49-F238E27FC236}">
                <a16:creationId xmlns:a16="http://schemas.microsoft.com/office/drawing/2014/main" id="{5C479BF9-12A2-AA4E-8623-8CC033194074}"/>
              </a:ext>
            </a:extLst>
          </p:cNvPr>
          <p:cNvSpPr txBox="1"/>
          <p:nvPr/>
        </p:nvSpPr>
        <p:spPr>
          <a:xfrm>
            <a:off x="687505" y="800633"/>
            <a:ext cx="10816990" cy="1477328"/>
          </a:xfrm>
          <a:prstGeom prst="rect">
            <a:avLst/>
          </a:prstGeom>
          <a:noFill/>
        </p:spPr>
        <p:txBody>
          <a:bodyPr wrap="square" rtlCol="0">
            <a:spAutoFit/>
          </a:bodyPr>
          <a:lstStyle/>
          <a:p>
            <a:r>
              <a:rPr lang="en-US" b="1" dirty="0">
                <a:solidFill>
                  <a:schemeClr val="bg1"/>
                </a:solidFill>
              </a:rPr>
              <a:t>The Site B network follows a star topology, where all devices connect to a central switch for high reliability and easy management. This structure reduces downtime and simplifies troubleshooting. It includes VLANs for Admin, Development, Guest, and CCTV networks, each isolated for better performance and security. The network also connects to Site A via a secure VPN link for data sharing and collaboration.</a:t>
            </a:r>
          </a:p>
        </p:txBody>
      </p:sp>
      <p:pic>
        <p:nvPicPr>
          <p:cNvPr id="24" name="Picture 23">
            <a:extLst>
              <a:ext uri="{FF2B5EF4-FFF2-40B4-BE49-F238E27FC236}">
                <a16:creationId xmlns:a16="http://schemas.microsoft.com/office/drawing/2014/main" id="{B03F1D16-AF54-AF0F-3AE8-C1099C822BE2}"/>
              </a:ext>
            </a:extLst>
          </p:cNvPr>
          <p:cNvPicPr>
            <a:picLocks noChangeAspect="1"/>
          </p:cNvPicPr>
          <p:nvPr/>
        </p:nvPicPr>
        <p:blipFill>
          <a:blip r:embed="rId2"/>
          <a:stretch>
            <a:fillRect/>
          </a:stretch>
        </p:blipFill>
        <p:spPr>
          <a:xfrm>
            <a:off x="2209800" y="2329990"/>
            <a:ext cx="6984125" cy="3938357"/>
          </a:xfrm>
          <a:prstGeom prst="rect">
            <a:avLst/>
          </a:prstGeom>
        </p:spPr>
      </p:pic>
    </p:spTree>
    <p:extLst>
      <p:ext uri="{BB962C8B-B14F-4D97-AF65-F5344CB8AC3E}">
        <p14:creationId xmlns:p14="http://schemas.microsoft.com/office/powerpoint/2010/main" val="30944251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3" name="Picture Placeholder 332" descr="A wifi symbol with dots and stars&#10;&#10;AI-generated content may be incorrect.">
            <a:extLst>
              <a:ext uri="{FF2B5EF4-FFF2-40B4-BE49-F238E27FC236}">
                <a16:creationId xmlns:a16="http://schemas.microsoft.com/office/drawing/2014/main" id="{FD4B28D9-9B79-4001-A067-E63416BC8F0E}"/>
              </a:ext>
            </a:extLst>
          </p:cNvPr>
          <p:cNvPicPr>
            <a:picLocks noGrp="1" noChangeAspect="1"/>
          </p:cNvPicPr>
          <p:nvPr>
            <p:ph sz="quarter" idx="39"/>
          </p:nvPr>
        </p:nvPicPr>
        <p:blipFill>
          <a:blip r:embed="rId2">
            <a:extLst>
              <a:ext uri="{837473B0-CC2E-450A-ABE3-18F120FF3D39}">
                <a1611:picAttrSrcUrl xmlns:a1611="http://schemas.microsoft.com/office/drawing/2016/11/main" r:id="rId3"/>
              </a:ext>
            </a:extLst>
          </a:blip>
          <a:stretch>
            <a:fillRect/>
          </a:stretch>
        </p:blipFill>
        <p:spPr>
          <a:xfrm>
            <a:off x="6265863" y="3097163"/>
            <a:ext cx="4992687" cy="2808386"/>
          </a:xfrm>
          <a:noFill/>
        </p:spPr>
      </p:pic>
      <p:sp>
        <p:nvSpPr>
          <p:cNvPr id="47" name="Title 46">
            <a:extLst>
              <a:ext uri="{FF2B5EF4-FFF2-40B4-BE49-F238E27FC236}">
                <a16:creationId xmlns:a16="http://schemas.microsoft.com/office/drawing/2014/main" id="{B8AD9710-779D-4FA0-81DF-0F195591C782}"/>
              </a:ext>
            </a:extLst>
          </p:cNvPr>
          <p:cNvSpPr>
            <a:spLocks noGrp="1"/>
          </p:cNvSpPr>
          <p:nvPr>
            <p:ph type="body" sz="quarter" idx="19"/>
          </p:nvPr>
        </p:nvSpPr>
        <p:spPr>
          <a:xfrm>
            <a:off x="838200" y="650875"/>
            <a:ext cx="5007023" cy="448769"/>
          </a:xfrm>
        </p:spPr>
        <p:txBody>
          <a:bodyPr>
            <a:normAutofit/>
          </a:bodyPr>
          <a:lstStyle/>
          <a:p>
            <a:r>
              <a:rPr lang="en-US" b="1" spc="50" dirty="0">
                <a:ln w="0"/>
                <a:solidFill>
                  <a:schemeClr val="bg2"/>
                </a:solidFill>
                <a:effectLst>
                  <a:innerShdw blurRad="63500" dist="50800" dir="13500000">
                    <a:srgbClr val="000000">
                      <a:alpha val="50000"/>
                    </a:srgbClr>
                  </a:innerShdw>
                </a:effectLst>
              </a:rPr>
              <a:t>NETWORK DEVICES AND EQUIPMENTS</a:t>
            </a:r>
          </a:p>
        </p:txBody>
      </p:sp>
      <p:sp>
        <p:nvSpPr>
          <p:cNvPr id="170" name="Date Placeholder 169">
            <a:extLst>
              <a:ext uri="{FF2B5EF4-FFF2-40B4-BE49-F238E27FC236}">
                <a16:creationId xmlns:a16="http://schemas.microsoft.com/office/drawing/2014/main" id="{858C6970-5076-4B31-AADB-4CB24661C0FA}"/>
              </a:ext>
            </a:extLst>
          </p:cNvPr>
          <p:cNvSpPr>
            <a:spLocks noGrp="1"/>
          </p:cNvSpPr>
          <p:nvPr>
            <p:ph type="dt" sz="half" idx="10"/>
          </p:nvPr>
        </p:nvSpPr>
        <p:spPr/>
        <p:txBody>
          <a:bodyPr anchor="ctr">
            <a:normAutofit/>
          </a:bodyPr>
          <a:lstStyle/>
          <a:p>
            <a:pPr>
              <a:spcAft>
                <a:spcPts val="600"/>
              </a:spcAft>
            </a:pPr>
            <a:r>
              <a:rPr lang="en-US"/>
              <a:t>8/06/20XX</a:t>
            </a:r>
          </a:p>
        </p:txBody>
      </p:sp>
      <p:sp>
        <p:nvSpPr>
          <p:cNvPr id="171" name="Footer Placeholder 170">
            <a:extLst>
              <a:ext uri="{FF2B5EF4-FFF2-40B4-BE49-F238E27FC236}">
                <a16:creationId xmlns:a16="http://schemas.microsoft.com/office/drawing/2014/main" id="{FDE9816E-A3F9-4549-81DC-88BE9CBAA4CC}"/>
              </a:ext>
            </a:extLst>
          </p:cNvPr>
          <p:cNvSpPr>
            <a:spLocks noGrp="1"/>
          </p:cNvSpPr>
          <p:nvPr>
            <p:ph type="ftr" sz="quarter" idx="11"/>
          </p:nvPr>
        </p:nvSpPr>
        <p:spPr/>
        <p:txBody>
          <a:bodyPr anchor="ctr">
            <a:normAutofit/>
          </a:bodyPr>
          <a:lstStyle/>
          <a:p>
            <a:pPr>
              <a:spcAft>
                <a:spcPts val="600"/>
              </a:spcAft>
            </a:pPr>
            <a:r>
              <a:rPr lang="en-US"/>
              <a:t>PITCH DECK</a:t>
            </a:r>
          </a:p>
        </p:txBody>
      </p:sp>
      <p:sp>
        <p:nvSpPr>
          <p:cNvPr id="172" name="Slide Number Placeholder 171">
            <a:extLst>
              <a:ext uri="{FF2B5EF4-FFF2-40B4-BE49-F238E27FC236}">
                <a16:creationId xmlns:a16="http://schemas.microsoft.com/office/drawing/2014/main" id="{2576CD69-64FC-4255-8218-68471660CF11}"/>
              </a:ext>
            </a:extLst>
          </p:cNvPr>
          <p:cNvSpPr>
            <a:spLocks noGrp="1"/>
          </p:cNvSpPr>
          <p:nvPr>
            <p:ph type="sldNum" sz="quarter" idx="12"/>
          </p:nvPr>
        </p:nvSpPr>
        <p:spPr/>
        <p:txBody>
          <a:bodyPr anchor="ctr">
            <a:normAutofit/>
          </a:bodyPr>
          <a:lstStyle/>
          <a:p>
            <a:pPr>
              <a:spcAft>
                <a:spcPts val="600"/>
              </a:spcAft>
            </a:pPr>
            <a:fld id="{A402E4C0-AD5E-4E8C-9F21-7CCE474BDCEB}" type="slidenum">
              <a:rPr lang="en-US" smtClean="0"/>
              <a:pPr>
                <a:spcAft>
                  <a:spcPts val="600"/>
                </a:spcAft>
              </a:pPr>
              <a:t>10</a:t>
            </a:fld>
            <a:endParaRPr lang="en-US"/>
          </a:p>
        </p:txBody>
      </p:sp>
      <p:sp>
        <p:nvSpPr>
          <p:cNvPr id="41" name="Text Placeholder 40">
            <a:extLst>
              <a:ext uri="{FF2B5EF4-FFF2-40B4-BE49-F238E27FC236}">
                <a16:creationId xmlns:a16="http://schemas.microsoft.com/office/drawing/2014/main" id="{AB1F0844-6AE3-4B7A-B203-EFD1F867441B}"/>
              </a:ext>
            </a:extLst>
          </p:cNvPr>
          <p:cNvSpPr>
            <a:spLocks noGrp="1"/>
          </p:cNvSpPr>
          <p:nvPr>
            <p:ph sz="quarter" idx="38"/>
          </p:nvPr>
        </p:nvSpPr>
        <p:spPr>
          <a:xfrm>
            <a:off x="838200" y="1418112"/>
            <a:ext cx="5007023" cy="3972754"/>
          </a:xfrm>
        </p:spPr>
        <p:txBody>
          <a:bodyPr>
            <a:normAutofit/>
          </a:bodyPr>
          <a:lstStyle/>
          <a:p>
            <a:r>
              <a:rPr lang="en-US" sz="1500" dirty="0"/>
              <a:t>​</a:t>
            </a:r>
            <a:r>
              <a:rPr lang="en-US" sz="1500" b="1" dirty="0"/>
              <a:t>Router:</a:t>
            </a:r>
            <a:r>
              <a:rPr lang="en-US" sz="1500" dirty="0"/>
              <a:t> Handles VPN and internet connectivity.</a:t>
            </a:r>
          </a:p>
          <a:p>
            <a:r>
              <a:rPr lang="en-US" sz="1500" b="1" dirty="0"/>
              <a:t>Firewall:</a:t>
            </a:r>
            <a:r>
              <a:rPr lang="en-US" sz="1500" dirty="0"/>
              <a:t> Protects against cyber threats and manages access.</a:t>
            </a:r>
          </a:p>
          <a:p>
            <a:r>
              <a:rPr lang="en-US" sz="1500" b="1" dirty="0"/>
              <a:t>Core Switch:</a:t>
            </a:r>
            <a:r>
              <a:rPr lang="en-US" sz="1500" dirty="0"/>
              <a:t> Connects all network segments with high speed.</a:t>
            </a:r>
          </a:p>
          <a:p>
            <a:r>
              <a:rPr lang="en-US" sz="1500" b="1" dirty="0"/>
              <a:t>Access Switch (PoE):</a:t>
            </a:r>
            <a:r>
              <a:rPr lang="en-US" sz="1500" dirty="0"/>
              <a:t> Powers cameras, printers, and access points.</a:t>
            </a:r>
          </a:p>
          <a:p>
            <a:r>
              <a:rPr lang="en-US" sz="1500" b="1" dirty="0"/>
              <a:t>Wi-Fi Access Points:</a:t>
            </a:r>
            <a:r>
              <a:rPr lang="en-US" sz="1500" dirty="0"/>
              <a:t> Provide secure wireless coverage for staff and guests.</a:t>
            </a:r>
          </a:p>
          <a:p>
            <a:r>
              <a:rPr lang="en-US" sz="1500" b="1" dirty="0"/>
              <a:t>Servers:</a:t>
            </a:r>
            <a:r>
              <a:rPr lang="en-US" sz="1500" dirty="0"/>
              <a:t> Manage files, backups, and CCTV storage.</a:t>
            </a:r>
          </a:p>
          <a:p>
            <a:endParaRPr lang="en-US" sz="1500" dirty="0"/>
          </a:p>
        </p:txBody>
      </p:sp>
    </p:spTree>
    <p:extLst>
      <p:ext uri="{BB962C8B-B14F-4D97-AF65-F5344CB8AC3E}">
        <p14:creationId xmlns:p14="http://schemas.microsoft.com/office/powerpoint/2010/main" val="1057146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 name="Picture Placeholder 64" descr="Robotic hand and human hand almost touching with their pointer fingers">
            <a:extLst>
              <a:ext uri="{FF2B5EF4-FFF2-40B4-BE49-F238E27FC236}">
                <a16:creationId xmlns:a16="http://schemas.microsoft.com/office/drawing/2014/main" id="{B600DB70-7F2F-494E-82AC-37DB9BB59802}"/>
              </a:ext>
            </a:extLst>
          </p:cNvPr>
          <p:cNvPicPr>
            <a:picLocks noGrp="1" noChangeAspect="1"/>
          </p:cNvPicPr>
          <p:nvPr>
            <p:ph type="pic" sz="quarter" idx="28"/>
          </p:nvPr>
        </p:nvPicPr>
        <p:blipFill rotWithShape="1">
          <a:blip r:embed="rId2" cstate="email">
            <a:extLst>
              <a:ext uri="{28A0092B-C50C-407E-A947-70E740481C1C}">
                <a14:useLocalDpi xmlns:a14="http://schemas.microsoft.com/office/drawing/2010/main"/>
              </a:ext>
            </a:extLst>
          </a:blip>
          <a:srcRect l="49" r="49"/>
          <a:stretch/>
        </p:blipFill>
        <p:spPr/>
      </p:pic>
      <p:sp>
        <p:nvSpPr>
          <p:cNvPr id="7" name="Date Placeholder 6">
            <a:extLst>
              <a:ext uri="{FF2B5EF4-FFF2-40B4-BE49-F238E27FC236}">
                <a16:creationId xmlns:a16="http://schemas.microsoft.com/office/drawing/2014/main" id="{3D9AFBC0-99E5-4C3F-8409-A641E297418A}"/>
              </a:ext>
            </a:extLst>
          </p:cNvPr>
          <p:cNvSpPr>
            <a:spLocks noGrp="1"/>
          </p:cNvSpPr>
          <p:nvPr>
            <p:ph type="dt" sz="half" idx="10"/>
          </p:nvPr>
        </p:nvSpPr>
        <p:spPr/>
        <p:txBody>
          <a:bodyPr/>
          <a:lstStyle/>
          <a:p>
            <a:r>
              <a:rPr lang="en-US" dirty="0"/>
              <a:t>8/06/20XX</a:t>
            </a:r>
          </a:p>
        </p:txBody>
      </p:sp>
      <p:sp>
        <p:nvSpPr>
          <p:cNvPr id="8" name="Footer Placeholder 7">
            <a:extLst>
              <a:ext uri="{FF2B5EF4-FFF2-40B4-BE49-F238E27FC236}">
                <a16:creationId xmlns:a16="http://schemas.microsoft.com/office/drawing/2014/main" id="{B3F23CBB-E21B-4E15-921E-9BC34BB9B166}"/>
              </a:ext>
            </a:extLst>
          </p:cNvPr>
          <p:cNvSpPr>
            <a:spLocks noGrp="1"/>
          </p:cNvSpPr>
          <p:nvPr>
            <p:ph type="ftr" sz="quarter" idx="11"/>
          </p:nvPr>
        </p:nvSpPr>
        <p:spPr/>
        <p:txBody>
          <a:bodyPr/>
          <a:lstStyle/>
          <a:p>
            <a:r>
              <a:rPr lang="en-US" dirty="0"/>
              <a:t>PITCH DECK</a:t>
            </a:r>
          </a:p>
        </p:txBody>
      </p:sp>
      <p:sp>
        <p:nvSpPr>
          <p:cNvPr id="9" name="Slide Number Placeholder 8">
            <a:extLst>
              <a:ext uri="{FF2B5EF4-FFF2-40B4-BE49-F238E27FC236}">
                <a16:creationId xmlns:a16="http://schemas.microsoft.com/office/drawing/2014/main" id="{63041A03-33F0-43A6-BDAF-8C84F811307E}"/>
              </a:ext>
            </a:extLst>
          </p:cNvPr>
          <p:cNvSpPr>
            <a:spLocks noGrp="1"/>
          </p:cNvSpPr>
          <p:nvPr>
            <p:ph type="sldNum" sz="quarter" idx="12"/>
          </p:nvPr>
        </p:nvSpPr>
        <p:spPr/>
        <p:txBody>
          <a:bodyPr/>
          <a:lstStyle/>
          <a:p>
            <a:fld id="{A402E4C0-AD5E-4E8C-9F21-7CCE474BDCEB}" type="slidenum">
              <a:rPr lang="en-US" smtClean="0"/>
              <a:pPr/>
              <a:t>11</a:t>
            </a:fld>
            <a:endParaRPr lang="en-US" dirty="0"/>
          </a:p>
        </p:txBody>
      </p:sp>
      <p:sp>
        <p:nvSpPr>
          <p:cNvPr id="63" name="Text Placeholder 62">
            <a:extLst>
              <a:ext uri="{FF2B5EF4-FFF2-40B4-BE49-F238E27FC236}">
                <a16:creationId xmlns:a16="http://schemas.microsoft.com/office/drawing/2014/main" id="{0748B9A3-70BE-4930-994F-00EFCDA51C5E}"/>
              </a:ext>
            </a:extLst>
          </p:cNvPr>
          <p:cNvSpPr>
            <a:spLocks noGrp="1"/>
          </p:cNvSpPr>
          <p:nvPr>
            <p:ph type="body" sz="quarter" idx="16"/>
          </p:nvPr>
        </p:nvSpPr>
        <p:spPr>
          <a:xfrm>
            <a:off x="2811825" y="1965279"/>
            <a:ext cx="6045572" cy="4039736"/>
          </a:xfrm>
        </p:spPr>
        <p:txBody>
          <a:bodyPr>
            <a:normAutofit/>
          </a:bodyPr>
          <a:lstStyle/>
          <a:p>
            <a:r>
              <a:rPr lang="en-US" dirty="0">
                <a:solidFill>
                  <a:schemeClr val="bg1"/>
                </a:solidFill>
              </a:rPr>
              <a:t>The network is protected through multiple layers of security.</a:t>
            </a:r>
          </a:p>
          <a:p>
            <a:r>
              <a:rPr lang="en-US" b="1" dirty="0">
                <a:solidFill>
                  <a:schemeClr val="bg1"/>
                </a:solidFill>
              </a:rPr>
              <a:t>Firewall:</a:t>
            </a:r>
            <a:r>
              <a:rPr lang="en-US" dirty="0">
                <a:solidFill>
                  <a:schemeClr val="bg1"/>
                </a:solidFill>
              </a:rPr>
              <a:t> Monitors and filters incoming and outgoing traffic.</a:t>
            </a:r>
          </a:p>
          <a:p>
            <a:r>
              <a:rPr lang="en-US" b="1" dirty="0">
                <a:solidFill>
                  <a:schemeClr val="bg1"/>
                </a:solidFill>
              </a:rPr>
              <a:t>VLAN Segmentation:</a:t>
            </a:r>
            <a:r>
              <a:rPr lang="en-US" dirty="0">
                <a:solidFill>
                  <a:schemeClr val="bg1"/>
                </a:solidFill>
              </a:rPr>
              <a:t> Isolates Admin, Development, CCTV, and Guest networks to reduce risk.</a:t>
            </a:r>
          </a:p>
          <a:p>
            <a:r>
              <a:rPr lang="en-US" b="1" dirty="0">
                <a:solidFill>
                  <a:schemeClr val="bg1"/>
                </a:solidFill>
              </a:rPr>
              <a:t>VPN Connection:</a:t>
            </a:r>
            <a:r>
              <a:rPr lang="en-US" dirty="0">
                <a:solidFill>
                  <a:schemeClr val="bg1"/>
                </a:solidFill>
              </a:rPr>
              <a:t> Encrypts communication between Site A and Site B.</a:t>
            </a:r>
          </a:p>
          <a:p>
            <a:r>
              <a:rPr lang="en-US" b="1" dirty="0">
                <a:solidFill>
                  <a:schemeClr val="bg1"/>
                </a:solidFill>
              </a:rPr>
              <a:t>User Authentication:</a:t>
            </a:r>
            <a:r>
              <a:rPr lang="en-US" dirty="0">
                <a:solidFill>
                  <a:schemeClr val="bg1"/>
                </a:solidFill>
              </a:rPr>
              <a:t> Ensures only authorized users access resources.</a:t>
            </a:r>
          </a:p>
          <a:p>
            <a:r>
              <a:rPr lang="en-US" b="1" dirty="0">
                <a:solidFill>
                  <a:schemeClr val="bg1"/>
                </a:solidFill>
              </a:rPr>
              <a:t>Regular Backups:</a:t>
            </a:r>
            <a:r>
              <a:rPr lang="en-US" dirty="0">
                <a:solidFill>
                  <a:schemeClr val="bg1"/>
                </a:solidFill>
              </a:rPr>
              <a:t> Protect data against loss or cyberattacks.</a:t>
            </a:r>
          </a:p>
          <a:p>
            <a:endParaRPr lang="en-US" dirty="0"/>
          </a:p>
        </p:txBody>
      </p:sp>
      <p:sp>
        <p:nvSpPr>
          <p:cNvPr id="15" name="Title 14">
            <a:extLst>
              <a:ext uri="{FF2B5EF4-FFF2-40B4-BE49-F238E27FC236}">
                <a16:creationId xmlns:a16="http://schemas.microsoft.com/office/drawing/2014/main" id="{1A351523-BE9E-4047-8916-20F1F4A9FB16}"/>
              </a:ext>
            </a:extLst>
          </p:cNvPr>
          <p:cNvSpPr>
            <a:spLocks noGrp="1"/>
          </p:cNvSpPr>
          <p:nvPr>
            <p:ph type="title"/>
          </p:nvPr>
        </p:nvSpPr>
        <p:spPr>
          <a:xfrm>
            <a:off x="2672081" y="955049"/>
            <a:ext cx="6622044" cy="1575596"/>
          </a:xfrm>
        </p:spPr>
        <p:txBody>
          <a:bodyPr/>
          <a:lstStyle/>
          <a:p>
            <a:r>
              <a:rPr lang="en-US" dirty="0">
                <a:ln w="0"/>
                <a:gradFill>
                  <a:gsLst>
                    <a:gs pos="21000">
                      <a:srgbClr val="53575C"/>
                    </a:gs>
                    <a:gs pos="88000">
                      <a:srgbClr val="C5C7CA"/>
                    </a:gs>
                  </a:gsLst>
                  <a:lin ang="5400000"/>
                </a:gradFill>
                <a:ea typeface="+mn-ea"/>
                <a:cs typeface="+mn-cs"/>
              </a:rPr>
              <a:t>SECURITY MEASURES</a:t>
            </a:r>
            <a:endParaRPr lang="en-US" dirty="0">
              <a:ln w="0"/>
              <a:gradFill>
                <a:gsLst>
                  <a:gs pos="21000">
                    <a:srgbClr val="53575C"/>
                  </a:gs>
                  <a:gs pos="88000">
                    <a:srgbClr val="C5C7CA"/>
                  </a:gs>
                </a:gsLst>
                <a:lin ang="5400000"/>
              </a:gradFill>
            </a:endParaRPr>
          </a:p>
        </p:txBody>
      </p:sp>
    </p:spTree>
    <p:extLst>
      <p:ext uri="{BB962C8B-B14F-4D97-AF65-F5344CB8AC3E}">
        <p14:creationId xmlns:p14="http://schemas.microsoft.com/office/powerpoint/2010/main" val="33243142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Date Placeholder 47">
            <a:extLst>
              <a:ext uri="{FF2B5EF4-FFF2-40B4-BE49-F238E27FC236}">
                <a16:creationId xmlns:a16="http://schemas.microsoft.com/office/drawing/2014/main" id="{5B1F36C4-3001-4309-B39A-4CBE3001C87A}"/>
              </a:ext>
            </a:extLst>
          </p:cNvPr>
          <p:cNvSpPr>
            <a:spLocks noGrp="1"/>
          </p:cNvSpPr>
          <p:nvPr>
            <p:ph type="dt" sz="half" idx="10"/>
          </p:nvPr>
        </p:nvSpPr>
        <p:spPr/>
        <p:txBody>
          <a:bodyPr/>
          <a:lstStyle/>
          <a:p>
            <a:r>
              <a:rPr lang="en-US" dirty="0"/>
              <a:t>8/06/20XX</a:t>
            </a:r>
          </a:p>
        </p:txBody>
      </p:sp>
      <p:sp>
        <p:nvSpPr>
          <p:cNvPr id="49" name="Footer Placeholder 48">
            <a:extLst>
              <a:ext uri="{FF2B5EF4-FFF2-40B4-BE49-F238E27FC236}">
                <a16:creationId xmlns:a16="http://schemas.microsoft.com/office/drawing/2014/main" id="{E417811B-8A88-4D3F-B8C1-3FB620AB9D84}"/>
              </a:ext>
            </a:extLst>
          </p:cNvPr>
          <p:cNvSpPr>
            <a:spLocks noGrp="1"/>
          </p:cNvSpPr>
          <p:nvPr>
            <p:ph type="ftr" sz="quarter" idx="11"/>
          </p:nvPr>
        </p:nvSpPr>
        <p:spPr/>
        <p:txBody>
          <a:bodyPr/>
          <a:lstStyle/>
          <a:p>
            <a:r>
              <a:rPr lang="en-US" dirty="0"/>
              <a:t>PITCH DECK</a:t>
            </a:r>
          </a:p>
        </p:txBody>
      </p:sp>
      <p:sp>
        <p:nvSpPr>
          <p:cNvPr id="50" name="Slide Number Placeholder 49">
            <a:extLst>
              <a:ext uri="{FF2B5EF4-FFF2-40B4-BE49-F238E27FC236}">
                <a16:creationId xmlns:a16="http://schemas.microsoft.com/office/drawing/2014/main" id="{BFB7C528-0C61-424C-B1CA-1E81969C44E5}"/>
              </a:ext>
            </a:extLst>
          </p:cNvPr>
          <p:cNvSpPr>
            <a:spLocks noGrp="1"/>
          </p:cNvSpPr>
          <p:nvPr>
            <p:ph type="sldNum" sz="quarter" idx="12"/>
          </p:nvPr>
        </p:nvSpPr>
        <p:spPr/>
        <p:txBody>
          <a:bodyPr/>
          <a:lstStyle/>
          <a:p>
            <a:fld id="{A402E4C0-AD5E-4E8C-9F21-7CCE474BDCEB}" type="slidenum">
              <a:rPr lang="en-US" smtClean="0"/>
              <a:pPr/>
              <a:t>12</a:t>
            </a:fld>
            <a:endParaRPr lang="en-US" dirty="0"/>
          </a:p>
        </p:txBody>
      </p:sp>
      <p:sp>
        <p:nvSpPr>
          <p:cNvPr id="29" name="Title 28">
            <a:extLst>
              <a:ext uri="{FF2B5EF4-FFF2-40B4-BE49-F238E27FC236}">
                <a16:creationId xmlns:a16="http://schemas.microsoft.com/office/drawing/2014/main" id="{6DB4F4C0-66F2-4AE9-ACA2-A28930730CAF}"/>
              </a:ext>
            </a:extLst>
          </p:cNvPr>
          <p:cNvSpPr>
            <a:spLocks noGrp="1"/>
          </p:cNvSpPr>
          <p:nvPr>
            <p:ph type="title"/>
          </p:nvPr>
        </p:nvSpPr>
        <p:spPr>
          <a:xfrm>
            <a:off x="2310384" y="3099209"/>
            <a:ext cx="7772400" cy="1080205"/>
          </a:xfrm>
        </p:spPr>
        <p:txBody>
          <a:bodyPr/>
          <a:lstStyle/>
          <a:p>
            <a:r>
              <a:rPr lang="en-US" sz="4800" dirty="0"/>
              <a:t>DISASTER RECOVERY PLAN</a:t>
            </a:r>
          </a:p>
        </p:txBody>
      </p:sp>
    </p:spTree>
    <p:extLst>
      <p:ext uri="{BB962C8B-B14F-4D97-AF65-F5344CB8AC3E}">
        <p14:creationId xmlns:p14="http://schemas.microsoft.com/office/powerpoint/2010/main" val="23725351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person's head with numbers and lines&#10;&#10;AI-generated content may be incorrect.">
            <a:extLst>
              <a:ext uri="{FF2B5EF4-FFF2-40B4-BE49-F238E27FC236}">
                <a16:creationId xmlns:a16="http://schemas.microsoft.com/office/drawing/2014/main" id="{D225803A-EBC5-382E-3599-F40A45B208CF}"/>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6963" r="6963"/>
          <a:stretch>
            <a:fillRect/>
          </a:stretch>
        </p:blipFill>
        <p:spPr/>
      </p:pic>
      <p:sp>
        <p:nvSpPr>
          <p:cNvPr id="3" name="Title 2">
            <a:extLst>
              <a:ext uri="{FF2B5EF4-FFF2-40B4-BE49-F238E27FC236}">
                <a16:creationId xmlns:a16="http://schemas.microsoft.com/office/drawing/2014/main" id="{A2D10A3E-2527-5418-0708-950BAB455B6D}"/>
              </a:ext>
            </a:extLst>
          </p:cNvPr>
          <p:cNvSpPr>
            <a:spLocks noGrp="1"/>
          </p:cNvSpPr>
          <p:nvPr>
            <p:ph type="title"/>
          </p:nvPr>
        </p:nvSpPr>
        <p:spPr>
          <a:xfrm>
            <a:off x="6322977" y="1607981"/>
            <a:ext cx="5869021" cy="4455262"/>
          </a:xfrm>
          <a:solidFill>
            <a:schemeClr val="accent1">
              <a:lumMod val="75000"/>
              <a:alpha val="80000"/>
            </a:schemeClr>
          </a:solidFill>
        </p:spPr>
        <p:txBody>
          <a:bodyPr/>
          <a:lstStyle/>
          <a:p>
            <a:r>
              <a:rPr lang="en-US" sz="3600" dirty="0"/>
              <a:t>introduction</a:t>
            </a:r>
          </a:p>
        </p:txBody>
      </p:sp>
      <p:sp>
        <p:nvSpPr>
          <p:cNvPr id="4" name="Text Placeholder 3">
            <a:extLst>
              <a:ext uri="{FF2B5EF4-FFF2-40B4-BE49-F238E27FC236}">
                <a16:creationId xmlns:a16="http://schemas.microsoft.com/office/drawing/2014/main" id="{1753A708-322E-2284-DBDB-BBB863E8D318}"/>
              </a:ext>
            </a:extLst>
          </p:cNvPr>
          <p:cNvSpPr>
            <a:spLocks noGrp="1"/>
          </p:cNvSpPr>
          <p:nvPr>
            <p:ph type="body" sz="quarter" idx="15"/>
          </p:nvPr>
        </p:nvSpPr>
        <p:spPr>
          <a:xfrm>
            <a:off x="6822158" y="2878246"/>
            <a:ext cx="5369840" cy="3427020"/>
          </a:xfrm>
        </p:spPr>
        <p:txBody>
          <a:bodyPr/>
          <a:lstStyle/>
          <a:p>
            <a:r>
              <a:rPr lang="en-US" dirty="0">
                <a:solidFill>
                  <a:schemeClr val="bg1"/>
                </a:solidFill>
              </a:rPr>
              <a:t>The Disaster Recovery Plan (DRP) ensures that Games for Learning can quickly recover from any disruption such as power failure, cyberattacks, or hardware damage. It focuses on protecting data, restoring critical systems, and minimizing downtime to maintain business continuity.</a:t>
            </a:r>
          </a:p>
        </p:txBody>
      </p:sp>
    </p:spTree>
    <p:extLst>
      <p:ext uri="{BB962C8B-B14F-4D97-AF65-F5344CB8AC3E}">
        <p14:creationId xmlns:p14="http://schemas.microsoft.com/office/powerpoint/2010/main" val="10815972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Date Placeholder 35">
            <a:extLst>
              <a:ext uri="{FF2B5EF4-FFF2-40B4-BE49-F238E27FC236}">
                <a16:creationId xmlns:a16="http://schemas.microsoft.com/office/drawing/2014/main" id="{2138E7D7-EAED-45BA-8679-6A7129C1370B}"/>
              </a:ext>
            </a:extLst>
          </p:cNvPr>
          <p:cNvSpPr>
            <a:spLocks noGrp="1"/>
          </p:cNvSpPr>
          <p:nvPr>
            <p:ph type="dt" sz="half" idx="10"/>
          </p:nvPr>
        </p:nvSpPr>
        <p:spPr/>
        <p:txBody>
          <a:bodyPr/>
          <a:lstStyle/>
          <a:p>
            <a:r>
              <a:rPr lang="en-US" dirty="0"/>
              <a:t>8/06/20XX</a:t>
            </a:r>
          </a:p>
        </p:txBody>
      </p:sp>
      <p:sp>
        <p:nvSpPr>
          <p:cNvPr id="37" name="Footer Placeholder 36">
            <a:extLst>
              <a:ext uri="{FF2B5EF4-FFF2-40B4-BE49-F238E27FC236}">
                <a16:creationId xmlns:a16="http://schemas.microsoft.com/office/drawing/2014/main" id="{4257A396-7594-402C-B2A9-4678A0607CF5}"/>
              </a:ext>
            </a:extLst>
          </p:cNvPr>
          <p:cNvSpPr>
            <a:spLocks noGrp="1"/>
          </p:cNvSpPr>
          <p:nvPr>
            <p:ph type="ftr" sz="quarter" idx="11"/>
          </p:nvPr>
        </p:nvSpPr>
        <p:spPr/>
        <p:txBody>
          <a:bodyPr/>
          <a:lstStyle/>
          <a:p>
            <a:r>
              <a:rPr lang="en-US" dirty="0"/>
              <a:t>PITCH DECK</a:t>
            </a:r>
          </a:p>
        </p:txBody>
      </p:sp>
      <p:sp>
        <p:nvSpPr>
          <p:cNvPr id="38" name="Slide Number Placeholder 37">
            <a:extLst>
              <a:ext uri="{FF2B5EF4-FFF2-40B4-BE49-F238E27FC236}">
                <a16:creationId xmlns:a16="http://schemas.microsoft.com/office/drawing/2014/main" id="{FB8C2F46-6F7F-433F-82F4-E8079F414C5A}"/>
              </a:ext>
            </a:extLst>
          </p:cNvPr>
          <p:cNvSpPr>
            <a:spLocks noGrp="1"/>
          </p:cNvSpPr>
          <p:nvPr>
            <p:ph type="sldNum" sz="quarter" idx="12"/>
          </p:nvPr>
        </p:nvSpPr>
        <p:spPr/>
        <p:txBody>
          <a:bodyPr/>
          <a:lstStyle/>
          <a:p>
            <a:fld id="{A402E4C0-AD5E-4E8C-9F21-7CCE474BDCEB}" type="slidenum">
              <a:rPr lang="en-US" smtClean="0"/>
              <a:pPr/>
              <a:t>14</a:t>
            </a:fld>
            <a:endParaRPr lang="en-US" dirty="0"/>
          </a:p>
        </p:txBody>
      </p:sp>
      <p:sp>
        <p:nvSpPr>
          <p:cNvPr id="5" name="Text Placeholder 4">
            <a:extLst>
              <a:ext uri="{FF2B5EF4-FFF2-40B4-BE49-F238E27FC236}">
                <a16:creationId xmlns:a16="http://schemas.microsoft.com/office/drawing/2014/main" id="{239AC5B5-DBFF-474A-8D9B-1133B9C0066D}"/>
              </a:ext>
            </a:extLst>
          </p:cNvPr>
          <p:cNvSpPr>
            <a:spLocks noGrp="1"/>
          </p:cNvSpPr>
          <p:nvPr>
            <p:ph type="title"/>
          </p:nvPr>
        </p:nvSpPr>
        <p:spPr>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r>
              <a:rPr lang="en-US" dirty="0"/>
              <a:t>PURPOSE</a:t>
            </a:r>
            <a:endParaRPr lang="en-US" noProof="0" dirty="0"/>
          </a:p>
        </p:txBody>
      </p:sp>
      <p:sp>
        <p:nvSpPr>
          <p:cNvPr id="18" name="TextBox 17">
            <a:extLst>
              <a:ext uri="{FF2B5EF4-FFF2-40B4-BE49-F238E27FC236}">
                <a16:creationId xmlns:a16="http://schemas.microsoft.com/office/drawing/2014/main" id="{9CBE0619-31A5-50F0-891F-01DF2F844D5F}"/>
              </a:ext>
            </a:extLst>
          </p:cNvPr>
          <p:cNvSpPr txBox="1"/>
          <p:nvPr/>
        </p:nvSpPr>
        <p:spPr>
          <a:xfrm>
            <a:off x="838200" y="1747157"/>
            <a:ext cx="10515600" cy="2585323"/>
          </a:xfrm>
          <a:prstGeom prst="rect">
            <a:avLst/>
          </a:prstGeom>
          <a:noFill/>
        </p:spPr>
        <p:txBody>
          <a:bodyPr wrap="square" rtlCol="0">
            <a:spAutoFit/>
          </a:bodyPr>
          <a:lstStyle/>
          <a:p>
            <a:pPr marL="685800" indent="-685800">
              <a:buFont typeface="Wingdings" panose="05000000000000000000" pitchFamily="2" charset="2"/>
              <a:buChar char="Ø"/>
            </a:pPr>
            <a:r>
              <a:rPr lang="en-ZA" sz="4800" dirty="0">
                <a:solidFill>
                  <a:schemeClr val="bg1"/>
                </a:solidFill>
              </a:rPr>
              <a:t>Clear recovery procedures.</a:t>
            </a:r>
            <a:endParaRPr lang="en-US" sz="4800" dirty="0">
              <a:solidFill>
                <a:schemeClr val="bg1"/>
              </a:solidFill>
            </a:endParaRPr>
          </a:p>
          <a:p>
            <a:pPr marL="685800" indent="-685800">
              <a:buFont typeface="Wingdings" panose="05000000000000000000" pitchFamily="2" charset="2"/>
              <a:buChar char="Ø"/>
            </a:pPr>
            <a:r>
              <a:rPr lang="en-ZA" sz="4800" dirty="0">
                <a:solidFill>
                  <a:schemeClr val="bg1"/>
                </a:solidFill>
              </a:rPr>
              <a:t>Reliable data backups.</a:t>
            </a:r>
            <a:endParaRPr lang="en-US" sz="4800" dirty="0">
              <a:solidFill>
                <a:schemeClr val="bg1"/>
              </a:solidFill>
            </a:endParaRPr>
          </a:p>
          <a:p>
            <a:pPr marL="685800" indent="-685800">
              <a:buFont typeface="Wingdings" panose="05000000000000000000" pitchFamily="2" charset="2"/>
              <a:buChar char="Ø"/>
            </a:pPr>
            <a:r>
              <a:rPr lang="en-ZA" sz="4800" dirty="0">
                <a:solidFill>
                  <a:schemeClr val="bg1"/>
                </a:solidFill>
              </a:rPr>
              <a:t>Defined staff responsibilities.</a:t>
            </a:r>
            <a:endParaRPr lang="en-US" sz="4800" dirty="0">
              <a:solidFill>
                <a:schemeClr val="bg1"/>
              </a:solidFill>
            </a:endParaRPr>
          </a:p>
          <a:p>
            <a:endParaRPr lang="en-US" dirty="0"/>
          </a:p>
        </p:txBody>
      </p:sp>
    </p:spTree>
    <p:extLst>
      <p:ext uri="{BB962C8B-B14F-4D97-AF65-F5344CB8AC3E}">
        <p14:creationId xmlns:p14="http://schemas.microsoft.com/office/powerpoint/2010/main" val="33135353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9657E237-CB19-AFF1-D978-038C12F4C7C2}"/>
              </a:ext>
            </a:extLst>
          </p:cNvPr>
          <p:cNvSpPr>
            <a:spLocks noGrp="1"/>
          </p:cNvSpPr>
          <p:nvPr>
            <p:ph type="body" sz="quarter" idx="19"/>
          </p:nvPr>
        </p:nvSpPr>
        <p:spPr>
          <a:xfrm>
            <a:off x="2452698" y="1592681"/>
            <a:ext cx="8901101" cy="3697776"/>
          </a:xfrm>
        </p:spPr>
        <p:txBody>
          <a:bodyPr>
            <a:normAutofit/>
          </a:bodyPr>
          <a:lstStyle/>
          <a:p>
            <a:pPr marL="285750" indent="-285750" algn="l">
              <a:buFont typeface="Wingdings" panose="05000000000000000000" pitchFamily="2" charset="2"/>
              <a:buChar char="Ø"/>
            </a:pPr>
            <a:r>
              <a:rPr lang="en-ZA" sz="2800" dirty="0"/>
              <a:t>Minimizing downtime and data loss (max 24 hours lost data).</a:t>
            </a:r>
            <a:endParaRPr lang="en-US" sz="2800" dirty="0"/>
          </a:p>
          <a:p>
            <a:pPr marL="285750" indent="-285750" algn="l">
              <a:buFont typeface="Wingdings" panose="05000000000000000000" pitchFamily="2" charset="2"/>
              <a:buChar char="Ø"/>
            </a:pPr>
            <a:r>
              <a:rPr lang="en-ZA" sz="2800" dirty="0"/>
              <a:t>Defining roles for IT and management.</a:t>
            </a:r>
            <a:endParaRPr lang="en-US" sz="2800" dirty="0"/>
          </a:p>
          <a:p>
            <a:pPr marL="285750" indent="-285750" algn="l">
              <a:buFont typeface="Wingdings" panose="05000000000000000000" pitchFamily="2" charset="2"/>
              <a:buChar char="Ø"/>
            </a:pPr>
            <a:r>
              <a:rPr lang="en-ZA" sz="2800" dirty="0"/>
              <a:t>Standardizing procedures for consistent recovery.</a:t>
            </a:r>
            <a:endParaRPr lang="en-US" sz="2800" dirty="0"/>
          </a:p>
          <a:p>
            <a:pPr marL="285750" indent="-285750" algn="l">
              <a:buFont typeface="Wingdings" panose="05000000000000000000" pitchFamily="2" charset="2"/>
              <a:buChar char="Ø"/>
            </a:pPr>
            <a:r>
              <a:rPr lang="en-ZA" sz="2800" dirty="0"/>
              <a:t> Ensuring business continuity and compliance with POPIA.</a:t>
            </a:r>
            <a:endParaRPr lang="en-US" sz="2800" dirty="0"/>
          </a:p>
          <a:p>
            <a:endParaRPr lang="en-US" dirty="0"/>
          </a:p>
        </p:txBody>
      </p:sp>
      <p:sp>
        <p:nvSpPr>
          <p:cNvPr id="81" name="Date Placeholder 80">
            <a:extLst>
              <a:ext uri="{FF2B5EF4-FFF2-40B4-BE49-F238E27FC236}">
                <a16:creationId xmlns:a16="http://schemas.microsoft.com/office/drawing/2014/main" id="{145DC384-179D-4D98-BDFC-0F504A188C18}"/>
              </a:ext>
            </a:extLst>
          </p:cNvPr>
          <p:cNvSpPr>
            <a:spLocks noGrp="1"/>
          </p:cNvSpPr>
          <p:nvPr>
            <p:ph type="dt" sz="half" idx="10"/>
          </p:nvPr>
        </p:nvSpPr>
        <p:spPr/>
        <p:txBody>
          <a:bodyPr/>
          <a:lstStyle/>
          <a:p>
            <a:r>
              <a:rPr lang="en-US" dirty="0"/>
              <a:t>8/06/20XX</a:t>
            </a:r>
          </a:p>
        </p:txBody>
      </p:sp>
      <p:sp>
        <p:nvSpPr>
          <p:cNvPr id="82" name="Footer Placeholder 81">
            <a:extLst>
              <a:ext uri="{FF2B5EF4-FFF2-40B4-BE49-F238E27FC236}">
                <a16:creationId xmlns:a16="http://schemas.microsoft.com/office/drawing/2014/main" id="{7005FDD0-453E-4C96-B4CD-233F59CBAB4B}"/>
              </a:ext>
            </a:extLst>
          </p:cNvPr>
          <p:cNvSpPr>
            <a:spLocks noGrp="1"/>
          </p:cNvSpPr>
          <p:nvPr>
            <p:ph type="ftr" sz="quarter" idx="11"/>
          </p:nvPr>
        </p:nvSpPr>
        <p:spPr/>
        <p:txBody>
          <a:bodyPr/>
          <a:lstStyle/>
          <a:p>
            <a:r>
              <a:rPr lang="en-US" dirty="0"/>
              <a:t>PITCH DECK</a:t>
            </a:r>
          </a:p>
        </p:txBody>
      </p:sp>
      <p:sp>
        <p:nvSpPr>
          <p:cNvPr id="83" name="Slide Number Placeholder 82">
            <a:extLst>
              <a:ext uri="{FF2B5EF4-FFF2-40B4-BE49-F238E27FC236}">
                <a16:creationId xmlns:a16="http://schemas.microsoft.com/office/drawing/2014/main" id="{3148E176-08DB-41A3-9A76-23011A0B3ED6}"/>
              </a:ext>
            </a:extLst>
          </p:cNvPr>
          <p:cNvSpPr>
            <a:spLocks noGrp="1"/>
          </p:cNvSpPr>
          <p:nvPr>
            <p:ph type="sldNum" sz="quarter" idx="12"/>
          </p:nvPr>
        </p:nvSpPr>
        <p:spPr/>
        <p:txBody>
          <a:bodyPr/>
          <a:lstStyle/>
          <a:p>
            <a:fld id="{A402E4C0-AD5E-4E8C-9F21-7CCE474BDCEB}" type="slidenum">
              <a:rPr lang="en-US" smtClean="0"/>
              <a:pPr/>
              <a:t>15</a:t>
            </a:fld>
            <a:endParaRPr lang="en-US" dirty="0"/>
          </a:p>
        </p:txBody>
      </p:sp>
      <p:sp>
        <p:nvSpPr>
          <p:cNvPr id="27" name="Text Placeholder 26">
            <a:extLst>
              <a:ext uri="{FF2B5EF4-FFF2-40B4-BE49-F238E27FC236}">
                <a16:creationId xmlns:a16="http://schemas.microsoft.com/office/drawing/2014/main" id="{93CCE65F-EAE5-4C64-842B-27E3783C1D1A}"/>
              </a:ext>
            </a:extLst>
          </p:cNvPr>
          <p:cNvSpPr>
            <a:spLocks noGrp="1"/>
          </p:cNvSpPr>
          <p:nvPr>
            <p:ph type="title"/>
          </p:nvPr>
        </p:nvSpPr>
        <p:spPr>
          <a:xfrm>
            <a:off x="2452116" y="526788"/>
            <a:ext cx="7287768" cy="630936"/>
          </a:xfr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r>
              <a:rPr lang="en-US" sz="4000" dirty="0"/>
              <a:t>OBJECTIVES</a:t>
            </a:r>
            <a:endParaRPr lang="en-US" sz="4000" noProof="0" dirty="0"/>
          </a:p>
        </p:txBody>
      </p:sp>
    </p:spTree>
    <p:extLst>
      <p:ext uri="{BB962C8B-B14F-4D97-AF65-F5344CB8AC3E}">
        <p14:creationId xmlns:p14="http://schemas.microsoft.com/office/powerpoint/2010/main" val="14333092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Date Placeholder 168">
            <a:extLst>
              <a:ext uri="{FF2B5EF4-FFF2-40B4-BE49-F238E27FC236}">
                <a16:creationId xmlns:a16="http://schemas.microsoft.com/office/drawing/2014/main" id="{090944DC-CB4A-4DAE-A801-92946C74EAAC}"/>
              </a:ext>
            </a:extLst>
          </p:cNvPr>
          <p:cNvSpPr>
            <a:spLocks noGrp="1"/>
          </p:cNvSpPr>
          <p:nvPr>
            <p:ph type="dt" sz="half" idx="10"/>
          </p:nvPr>
        </p:nvSpPr>
        <p:spPr/>
        <p:txBody>
          <a:bodyPr/>
          <a:lstStyle/>
          <a:p>
            <a:r>
              <a:rPr lang="en-US" dirty="0"/>
              <a:t>8/06/20XX</a:t>
            </a:r>
          </a:p>
        </p:txBody>
      </p:sp>
      <p:sp>
        <p:nvSpPr>
          <p:cNvPr id="170" name="Footer Placeholder 169">
            <a:extLst>
              <a:ext uri="{FF2B5EF4-FFF2-40B4-BE49-F238E27FC236}">
                <a16:creationId xmlns:a16="http://schemas.microsoft.com/office/drawing/2014/main" id="{23D83515-2C49-4811-A872-1DAD2FEA5A03}"/>
              </a:ext>
            </a:extLst>
          </p:cNvPr>
          <p:cNvSpPr>
            <a:spLocks noGrp="1"/>
          </p:cNvSpPr>
          <p:nvPr>
            <p:ph type="ftr" sz="quarter" idx="11"/>
          </p:nvPr>
        </p:nvSpPr>
        <p:spPr/>
        <p:txBody>
          <a:bodyPr/>
          <a:lstStyle/>
          <a:p>
            <a:r>
              <a:rPr lang="en-US" dirty="0"/>
              <a:t>PITCH DECK</a:t>
            </a:r>
          </a:p>
        </p:txBody>
      </p:sp>
      <p:sp>
        <p:nvSpPr>
          <p:cNvPr id="171" name="Slide Number Placeholder 170">
            <a:extLst>
              <a:ext uri="{FF2B5EF4-FFF2-40B4-BE49-F238E27FC236}">
                <a16:creationId xmlns:a16="http://schemas.microsoft.com/office/drawing/2014/main" id="{A65CE78F-C6B9-4EEC-8B5C-FBBA91D3BFB2}"/>
              </a:ext>
            </a:extLst>
          </p:cNvPr>
          <p:cNvSpPr>
            <a:spLocks noGrp="1"/>
          </p:cNvSpPr>
          <p:nvPr>
            <p:ph type="sldNum" sz="quarter" idx="12"/>
          </p:nvPr>
        </p:nvSpPr>
        <p:spPr/>
        <p:txBody>
          <a:bodyPr/>
          <a:lstStyle/>
          <a:p>
            <a:fld id="{A402E4C0-AD5E-4E8C-9F21-7CCE474BDCEB}" type="slidenum">
              <a:rPr lang="en-US" smtClean="0"/>
              <a:pPr/>
              <a:t>16</a:t>
            </a:fld>
            <a:endParaRPr lang="en-US" dirty="0"/>
          </a:p>
        </p:txBody>
      </p:sp>
      <p:sp>
        <p:nvSpPr>
          <p:cNvPr id="124" name="Title 123">
            <a:extLst>
              <a:ext uri="{FF2B5EF4-FFF2-40B4-BE49-F238E27FC236}">
                <a16:creationId xmlns:a16="http://schemas.microsoft.com/office/drawing/2014/main" id="{B4460716-6BD7-42C5-884B-FB370E074348}"/>
              </a:ext>
            </a:extLst>
          </p:cNvPr>
          <p:cNvSpPr>
            <a:spLocks noGrp="1"/>
          </p:cNvSpPr>
          <p:nvPr>
            <p:ph type="title"/>
          </p:nvPr>
        </p:nvSpPr>
        <p:spPr/>
        <p:txBody>
          <a:bodyPr/>
          <a:lstStyle/>
          <a:p>
            <a:r>
              <a:rPr lang="en-US" sz="5400" dirty="0"/>
              <a:t>SCOPE</a:t>
            </a:r>
          </a:p>
        </p:txBody>
      </p:sp>
      <p:sp>
        <p:nvSpPr>
          <p:cNvPr id="155" name="TextBox 154">
            <a:extLst>
              <a:ext uri="{FF2B5EF4-FFF2-40B4-BE49-F238E27FC236}">
                <a16:creationId xmlns:a16="http://schemas.microsoft.com/office/drawing/2014/main" id="{5ADFE0FD-AEFA-F37E-5503-858986BAC734}"/>
              </a:ext>
            </a:extLst>
          </p:cNvPr>
          <p:cNvSpPr txBox="1"/>
          <p:nvPr/>
        </p:nvSpPr>
        <p:spPr>
          <a:xfrm>
            <a:off x="1681843" y="2286000"/>
            <a:ext cx="9535886" cy="2523768"/>
          </a:xfrm>
          <a:prstGeom prst="rect">
            <a:avLst/>
          </a:prstGeom>
          <a:noFill/>
        </p:spPr>
        <p:txBody>
          <a:bodyPr wrap="square" rtlCol="0">
            <a:spAutoFit/>
          </a:bodyPr>
          <a:lstStyle/>
          <a:p>
            <a:pPr marL="457200" indent="-457200">
              <a:buFont typeface="Wingdings" panose="05000000000000000000" pitchFamily="2" charset="2"/>
              <a:buChar char="Ø"/>
            </a:pPr>
            <a:r>
              <a:rPr lang="en-ZA" sz="2800" dirty="0">
                <a:solidFill>
                  <a:schemeClr val="bg1"/>
                </a:solidFill>
              </a:rPr>
              <a:t>The file server (for shared documents),</a:t>
            </a:r>
            <a:endParaRPr lang="en-US" sz="2800" dirty="0">
              <a:solidFill>
                <a:schemeClr val="bg1"/>
              </a:solidFill>
            </a:endParaRPr>
          </a:p>
          <a:p>
            <a:pPr marL="457200" indent="-457200">
              <a:buFont typeface="Wingdings" panose="05000000000000000000" pitchFamily="2" charset="2"/>
              <a:buChar char="Ø"/>
            </a:pPr>
            <a:r>
              <a:rPr lang="en-ZA" sz="2800" dirty="0">
                <a:solidFill>
                  <a:schemeClr val="bg1"/>
                </a:solidFill>
              </a:rPr>
              <a:t>The database server (for customer data), and</a:t>
            </a:r>
            <a:endParaRPr lang="en-US" sz="2800" dirty="0">
              <a:solidFill>
                <a:schemeClr val="bg1"/>
              </a:solidFill>
            </a:endParaRPr>
          </a:p>
          <a:p>
            <a:pPr marL="457200" indent="-457200">
              <a:buFont typeface="Wingdings" panose="05000000000000000000" pitchFamily="2" charset="2"/>
              <a:buChar char="Ø"/>
            </a:pPr>
            <a:r>
              <a:rPr lang="en-ZA" sz="2800" dirty="0">
                <a:solidFill>
                  <a:schemeClr val="bg1"/>
                </a:solidFill>
              </a:rPr>
              <a:t>Supporting systems like firewalls and authentication.</a:t>
            </a:r>
            <a:endParaRPr lang="en-US" sz="2800" dirty="0">
              <a:solidFill>
                <a:schemeClr val="bg1"/>
              </a:solidFill>
            </a:endParaRPr>
          </a:p>
          <a:p>
            <a:pPr marL="457200" indent="-457200">
              <a:buFont typeface="Wingdings" panose="05000000000000000000" pitchFamily="2" charset="2"/>
              <a:buChar char="Ø"/>
            </a:pPr>
            <a:r>
              <a:rPr lang="en-ZA" sz="2800" dirty="0">
                <a:solidFill>
                  <a:schemeClr val="bg1"/>
                </a:solidFill>
              </a:rPr>
              <a:t>It excludes end-user devices, third-party internet services, and the new building’s network</a:t>
            </a:r>
            <a:endParaRPr lang="en-US" sz="2800" dirty="0">
              <a:solidFill>
                <a:schemeClr val="bg1"/>
              </a:solidFill>
            </a:endParaRPr>
          </a:p>
          <a:p>
            <a:endParaRPr lang="en-US" dirty="0"/>
          </a:p>
        </p:txBody>
      </p:sp>
    </p:spTree>
    <p:extLst>
      <p:ext uri="{BB962C8B-B14F-4D97-AF65-F5344CB8AC3E}">
        <p14:creationId xmlns:p14="http://schemas.microsoft.com/office/powerpoint/2010/main" val="22927691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Placeholder 45" descr="A close up of a person wearing glasses and the measurements of the eyes">
            <a:extLst>
              <a:ext uri="{FF2B5EF4-FFF2-40B4-BE49-F238E27FC236}">
                <a16:creationId xmlns:a16="http://schemas.microsoft.com/office/drawing/2014/main" id="{4CCDE114-C87D-4D8A-AC71-4CEECD759FE8}"/>
              </a:ext>
            </a:extLst>
          </p:cNvPr>
          <p:cNvPicPr>
            <a:picLocks noGrp="1" noChangeAspect="1"/>
          </p:cNvPicPr>
          <p:nvPr>
            <p:ph type="pic" sz="quarter" idx="13"/>
          </p:nvPr>
        </p:nvPicPr>
        <p:blipFill>
          <a:blip r:embed="rId2" cstate="email">
            <a:extLst>
              <a:ext uri="{28A0092B-C50C-407E-A947-70E740481C1C}">
                <a14:useLocalDpi xmlns:a14="http://schemas.microsoft.com/office/drawing/2010/main"/>
              </a:ext>
            </a:extLst>
          </a:blip>
          <a:srcRect t="16" b="16"/>
          <a:stretch>
            <a:fillRect/>
          </a:stretch>
        </p:blipFill>
        <p:spPr>
          <a:prstGeom prst="rect">
            <a:avLst/>
          </a:prstGeom>
        </p:spPr>
      </p:pic>
      <p:sp>
        <p:nvSpPr>
          <p:cNvPr id="10" name="Date Placeholder 9">
            <a:extLst>
              <a:ext uri="{FF2B5EF4-FFF2-40B4-BE49-F238E27FC236}">
                <a16:creationId xmlns:a16="http://schemas.microsoft.com/office/drawing/2014/main" id="{F6101639-B98B-4290-81F2-6592D5FA903D}"/>
              </a:ext>
            </a:extLst>
          </p:cNvPr>
          <p:cNvSpPr>
            <a:spLocks noGrp="1"/>
          </p:cNvSpPr>
          <p:nvPr>
            <p:ph type="dt" sz="half" idx="10"/>
          </p:nvPr>
        </p:nvSpPr>
        <p:spPr/>
        <p:txBody>
          <a:bodyPr/>
          <a:lstStyle/>
          <a:p>
            <a:r>
              <a:rPr lang="en-US" dirty="0"/>
              <a:t>8/06/20XX</a:t>
            </a:r>
          </a:p>
        </p:txBody>
      </p:sp>
      <p:sp>
        <p:nvSpPr>
          <p:cNvPr id="11" name="Footer Placeholder 10">
            <a:extLst>
              <a:ext uri="{FF2B5EF4-FFF2-40B4-BE49-F238E27FC236}">
                <a16:creationId xmlns:a16="http://schemas.microsoft.com/office/drawing/2014/main" id="{D326A7AE-D42B-4931-9C9A-68C7909D88C2}"/>
              </a:ext>
            </a:extLst>
          </p:cNvPr>
          <p:cNvSpPr>
            <a:spLocks noGrp="1"/>
          </p:cNvSpPr>
          <p:nvPr>
            <p:ph type="ftr" sz="quarter" idx="11"/>
          </p:nvPr>
        </p:nvSpPr>
        <p:spPr/>
        <p:txBody>
          <a:bodyPr/>
          <a:lstStyle/>
          <a:p>
            <a:r>
              <a:rPr lang="en-US" dirty="0"/>
              <a:t>PITCH DECK</a:t>
            </a:r>
          </a:p>
        </p:txBody>
      </p:sp>
      <p:sp>
        <p:nvSpPr>
          <p:cNvPr id="12" name="Slide Number Placeholder 11">
            <a:extLst>
              <a:ext uri="{FF2B5EF4-FFF2-40B4-BE49-F238E27FC236}">
                <a16:creationId xmlns:a16="http://schemas.microsoft.com/office/drawing/2014/main" id="{09EE126B-B5CD-4FEC-A36A-5B51A1CE257E}"/>
              </a:ext>
            </a:extLst>
          </p:cNvPr>
          <p:cNvSpPr>
            <a:spLocks noGrp="1"/>
          </p:cNvSpPr>
          <p:nvPr>
            <p:ph type="sldNum" sz="quarter" idx="12"/>
          </p:nvPr>
        </p:nvSpPr>
        <p:spPr/>
        <p:txBody>
          <a:bodyPr/>
          <a:lstStyle/>
          <a:p>
            <a:fld id="{A402E4C0-AD5E-4E8C-9F21-7CCE474BDCEB}" type="slidenum">
              <a:rPr lang="en-US" smtClean="0"/>
              <a:pPr/>
              <a:t>17</a:t>
            </a:fld>
            <a:endParaRPr lang="en-US" dirty="0"/>
          </a:p>
        </p:txBody>
      </p:sp>
      <p:sp>
        <p:nvSpPr>
          <p:cNvPr id="19" name="Title 18">
            <a:extLst>
              <a:ext uri="{FF2B5EF4-FFF2-40B4-BE49-F238E27FC236}">
                <a16:creationId xmlns:a16="http://schemas.microsoft.com/office/drawing/2014/main" id="{D103FBC2-93DA-4F24-B8BE-37966E29D590}"/>
              </a:ext>
            </a:extLst>
          </p:cNvPr>
          <p:cNvSpPr>
            <a:spLocks noGrp="1"/>
          </p:cNvSpPr>
          <p:nvPr>
            <p:ph type="title"/>
          </p:nvPr>
        </p:nvSpPr>
        <p:spPr>
          <a:xfrm>
            <a:off x="793749" y="715939"/>
            <a:ext cx="5133521" cy="623004"/>
          </a:xfrm>
        </p:spPr>
        <p:txBody>
          <a:bodyPr/>
          <a:lstStyle/>
          <a:p>
            <a:r>
              <a:rPr lang="en-US" dirty="0"/>
              <a:t>RISK IDENTIFICATION</a:t>
            </a:r>
          </a:p>
        </p:txBody>
      </p:sp>
      <p:sp>
        <p:nvSpPr>
          <p:cNvPr id="4" name="TextBox 3">
            <a:extLst>
              <a:ext uri="{FF2B5EF4-FFF2-40B4-BE49-F238E27FC236}">
                <a16:creationId xmlns:a16="http://schemas.microsoft.com/office/drawing/2014/main" id="{DDD3B269-22F0-E3E9-5DBB-5F253E7365F5}"/>
              </a:ext>
            </a:extLst>
          </p:cNvPr>
          <p:cNvSpPr txBox="1"/>
          <p:nvPr/>
        </p:nvSpPr>
        <p:spPr>
          <a:xfrm>
            <a:off x="838200" y="1534885"/>
            <a:ext cx="5382081" cy="3785652"/>
          </a:xfrm>
          <a:prstGeom prst="rect">
            <a:avLst/>
          </a:prstGeom>
          <a:noFill/>
        </p:spPr>
        <p:txBody>
          <a:bodyPr wrap="square" rtlCol="0">
            <a:spAutoFit/>
          </a:bodyPr>
          <a:lstStyle/>
          <a:p>
            <a:pPr marL="342900" indent="-342900">
              <a:buFont typeface="Wingdings" panose="05000000000000000000" pitchFamily="2" charset="2"/>
              <a:buChar char="Ø"/>
            </a:pPr>
            <a:r>
              <a:rPr lang="en-ZA" sz="2400" dirty="0">
                <a:solidFill>
                  <a:schemeClr val="bg1"/>
                </a:solidFill>
              </a:rPr>
              <a:t>Natural disasters – use offsite backups, fire suppression.</a:t>
            </a:r>
            <a:endParaRPr lang="en-US" sz="2400" dirty="0">
              <a:solidFill>
                <a:schemeClr val="bg1"/>
              </a:solidFill>
            </a:endParaRPr>
          </a:p>
          <a:p>
            <a:pPr marL="342900" indent="-342900">
              <a:buFont typeface="Wingdings" panose="05000000000000000000" pitchFamily="2" charset="2"/>
              <a:buChar char="Ø"/>
            </a:pPr>
            <a:r>
              <a:rPr lang="en-ZA" sz="2400" dirty="0">
                <a:solidFill>
                  <a:schemeClr val="bg1"/>
                </a:solidFill>
              </a:rPr>
              <a:t>Power issues – backup generators and UPS.</a:t>
            </a:r>
            <a:endParaRPr lang="en-US" sz="2400" dirty="0">
              <a:solidFill>
                <a:schemeClr val="bg1"/>
              </a:solidFill>
            </a:endParaRPr>
          </a:p>
          <a:p>
            <a:pPr marL="342900" indent="-342900">
              <a:buFont typeface="Wingdings" panose="05000000000000000000" pitchFamily="2" charset="2"/>
              <a:buChar char="Ø"/>
            </a:pPr>
            <a:r>
              <a:rPr lang="en-ZA" sz="2400" dirty="0">
                <a:solidFill>
                  <a:schemeClr val="bg1"/>
                </a:solidFill>
              </a:rPr>
              <a:t>Hardware failures – RAID redundancy.</a:t>
            </a:r>
            <a:endParaRPr lang="en-US" sz="2400" dirty="0">
              <a:solidFill>
                <a:schemeClr val="bg1"/>
              </a:solidFill>
            </a:endParaRPr>
          </a:p>
          <a:p>
            <a:pPr marL="342900" indent="-342900">
              <a:buFont typeface="Wingdings" panose="05000000000000000000" pitchFamily="2" charset="2"/>
              <a:buChar char="Ø"/>
            </a:pPr>
            <a:r>
              <a:rPr lang="en-ZA" sz="2400" dirty="0">
                <a:solidFill>
                  <a:schemeClr val="bg1"/>
                </a:solidFill>
              </a:rPr>
              <a:t>Cyberattacks – firewalls, antivirus, and staff training.</a:t>
            </a:r>
            <a:endParaRPr lang="en-US" sz="2400" dirty="0">
              <a:solidFill>
                <a:schemeClr val="bg1"/>
              </a:solidFill>
            </a:endParaRPr>
          </a:p>
          <a:p>
            <a:pPr marL="342900" indent="-342900">
              <a:buFont typeface="Wingdings" panose="05000000000000000000" pitchFamily="2" charset="2"/>
              <a:buChar char="Ø"/>
            </a:pPr>
            <a:r>
              <a:rPr lang="en-ZA" sz="2400" dirty="0">
                <a:solidFill>
                  <a:schemeClr val="bg1"/>
                </a:solidFill>
              </a:rPr>
              <a:t>Human error – training and access control.</a:t>
            </a:r>
            <a:endParaRPr lang="en-US" sz="2400" dirty="0">
              <a:solidFill>
                <a:schemeClr val="bg1"/>
              </a:solidFill>
            </a:endParaRPr>
          </a:p>
        </p:txBody>
      </p:sp>
    </p:spTree>
    <p:extLst>
      <p:ext uri="{BB962C8B-B14F-4D97-AF65-F5344CB8AC3E}">
        <p14:creationId xmlns:p14="http://schemas.microsoft.com/office/powerpoint/2010/main" val="31683408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descr="A person typing on a computer&#10;&#10;AI-generated content may be incorrect.">
            <a:extLst>
              <a:ext uri="{FF2B5EF4-FFF2-40B4-BE49-F238E27FC236}">
                <a16:creationId xmlns:a16="http://schemas.microsoft.com/office/drawing/2014/main" id="{24A8E502-FC47-E0B8-D826-F84E0080BAB9}"/>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22290" r="22290"/>
          <a:stretch>
            <a:fillRect/>
          </a:stretch>
        </p:blipFill>
        <p:spPr/>
      </p:pic>
      <p:sp>
        <p:nvSpPr>
          <p:cNvPr id="3" name="Date Placeholder 2">
            <a:extLst>
              <a:ext uri="{FF2B5EF4-FFF2-40B4-BE49-F238E27FC236}">
                <a16:creationId xmlns:a16="http://schemas.microsoft.com/office/drawing/2014/main" id="{856AF9AB-D251-CFED-3C50-2BF4A510E30A}"/>
              </a:ext>
            </a:extLst>
          </p:cNvPr>
          <p:cNvSpPr>
            <a:spLocks noGrp="1"/>
          </p:cNvSpPr>
          <p:nvPr>
            <p:ph type="dt" sz="half" idx="10"/>
          </p:nvPr>
        </p:nvSpPr>
        <p:spPr/>
        <p:txBody>
          <a:bodyPr/>
          <a:lstStyle/>
          <a:p>
            <a:r>
              <a:rPr lang="en-US"/>
              <a:t>8/06/20XX</a:t>
            </a:r>
            <a:endParaRPr lang="en-US" dirty="0"/>
          </a:p>
        </p:txBody>
      </p:sp>
      <p:sp>
        <p:nvSpPr>
          <p:cNvPr id="8" name="Text Placeholder 7">
            <a:extLst>
              <a:ext uri="{FF2B5EF4-FFF2-40B4-BE49-F238E27FC236}">
                <a16:creationId xmlns:a16="http://schemas.microsoft.com/office/drawing/2014/main" id="{C372013D-1A88-534C-A95F-ECF224D25A01}"/>
              </a:ext>
            </a:extLst>
          </p:cNvPr>
          <p:cNvSpPr>
            <a:spLocks noGrp="1"/>
          </p:cNvSpPr>
          <p:nvPr>
            <p:ph type="body" sz="quarter" idx="18"/>
          </p:nvPr>
        </p:nvSpPr>
        <p:spPr>
          <a:xfrm>
            <a:off x="7817970" y="1609772"/>
            <a:ext cx="3573694" cy="3443937"/>
          </a:xfrm>
        </p:spPr>
        <p:txBody>
          <a:bodyPr/>
          <a:lstStyle/>
          <a:p>
            <a:pPr marL="285750" indent="-285750">
              <a:buFont typeface="Arial" panose="020B0604020202020204" pitchFamily="34" charset="0"/>
              <a:buChar char="•"/>
            </a:pPr>
            <a:r>
              <a:rPr lang="en-ZA" sz="1800" dirty="0"/>
              <a:t>Daily full backups (on-site NAS),</a:t>
            </a:r>
            <a:endParaRPr lang="en-US" sz="1800" dirty="0"/>
          </a:p>
          <a:p>
            <a:pPr marL="285750" indent="-285750">
              <a:buFont typeface="Arial" panose="020B0604020202020204" pitchFamily="34" charset="0"/>
              <a:buChar char="•"/>
            </a:pPr>
            <a:r>
              <a:rPr lang="en-ZA" sz="1800" dirty="0"/>
              <a:t>Weekly offsite backups (cloud),</a:t>
            </a:r>
            <a:endParaRPr lang="en-US" sz="1800" dirty="0"/>
          </a:p>
          <a:p>
            <a:pPr marL="285750" indent="-285750">
              <a:buFont typeface="Arial" panose="020B0604020202020204" pitchFamily="34" charset="0"/>
              <a:buChar char="•"/>
            </a:pPr>
            <a:r>
              <a:rPr lang="en-ZA" sz="1800" dirty="0"/>
              <a:t>Monthly archives stored securely.</a:t>
            </a:r>
            <a:endParaRPr lang="en-US" sz="1800" dirty="0"/>
          </a:p>
          <a:p>
            <a:pPr marL="285750" indent="-285750">
              <a:buFont typeface="Arial" panose="020B0604020202020204" pitchFamily="34" charset="0"/>
              <a:buChar char="•"/>
            </a:pPr>
            <a:r>
              <a:rPr lang="en-ZA" sz="1800" dirty="0"/>
              <a:t>Backups are tested quarterly to verify data integrity. </a:t>
            </a:r>
            <a:endParaRPr lang="en-US" sz="1800" dirty="0"/>
          </a:p>
          <a:p>
            <a:endParaRPr lang="en-US" dirty="0"/>
          </a:p>
        </p:txBody>
      </p:sp>
      <p:sp>
        <p:nvSpPr>
          <p:cNvPr id="5" name="Footer Placeholder 4">
            <a:extLst>
              <a:ext uri="{FF2B5EF4-FFF2-40B4-BE49-F238E27FC236}">
                <a16:creationId xmlns:a16="http://schemas.microsoft.com/office/drawing/2014/main" id="{45E0A87F-C8DD-7C10-3FF4-4EFDA66DFC85}"/>
              </a:ext>
            </a:extLst>
          </p:cNvPr>
          <p:cNvSpPr>
            <a:spLocks noGrp="1"/>
          </p:cNvSpPr>
          <p:nvPr>
            <p:ph type="ftr" sz="quarter" idx="11"/>
          </p:nvPr>
        </p:nvSpPr>
        <p:spPr/>
        <p:txBody>
          <a:bodyPr/>
          <a:lstStyle/>
          <a:p>
            <a:r>
              <a:rPr lang="en-US"/>
              <a:t>PITCH DECK</a:t>
            </a:r>
            <a:endParaRPr lang="en-US" dirty="0"/>
          </a:p>
        </p:txBody>
      </p:sp>
      <p:sp>
        <p:nvSpPr>
          <p:cNvPr id="6" name="Slide Number Placeholder 5">
            <a:extLst>
              <a:ext uri="{FF2B5EF4-FFF2-40B4-BE49-F238E27FC236}">
                <a16:creationId xmlns:a16="http://schemas.microsoft.com/office/drawing/2014/main" id="{8A3BEA82-D604-E9D5-78BF-254D3143E37E}"/>
              </a:ext>
            </a:extLst>
          </p:cNvPr>
          <p:cNvSpPr>
            <a:spLocks noGrp="1"/>
          </p:cNvSpPr>
          <p:nvPr>
            <p:ph type="sldNum" sz="quarter" idx="12"/>
          </p:nvPr>
        </p:nvSpPr>
        <p:spPr/>
        <p:txBody>
          <a:bodyPr/>
          <a:lstStyle/>
          <a:p>
            <a:fld id="{A402E4C0-AD5E-4E8C-9F21-7CCE474BDCEB}" type="slidenum">
              <a:rPr lang="en-US" smtClean="0"/>
              <a:t>18</a:t>
            </a:fld>
            <a:endParaRPr lang="en-US" dirty="0"/>
          </a:p>
        </p:txBody>
      </p:sp>
      <p:sp>
        <p:nvSpPr>
          <p:cNvPr id="9" name="Text Placeholder 8">
            <a:extLst>
              <a:ext uri="{FF2B5EF4-FFF2-40B4-BE49-F238E27FC236}">
                <a16:creationId xmlns:a16="http://schemas.microsoft.com/office/drawing/2014/main" id="{1802C691-A3C4-FF2F-5E40-9B7A86D922CA}"/>
              </a:ext>
            </a:extLst>
          </p:cNvPr>
          <p:cNvSpPr>
            <a:spLocks noGrp="1"/>
          </p:cNvSpPr>
          <p:nvPr>
            <p:ph type="body" sz="quarter" idx="16"/>
          </p:nvPr>
        </p:nvSpPr>
        <p:spPr/>
        <p:txBody>
          <a:bodyPr/>
          <a:lstStyle/>
          <a:p>
            <a:r>
              <a:rPr lang="en-US" dirty="0"/>
              <a:t>B</a:t>
            </a:r>
          </a:p>
        </p:txBody>
      </p:sp>
      <p:sp>
        <p:nvSpPr>
          <p:cNvPr id="12" name="Title 11">
            <a:extLst>
              <a:ext uri="{FF2B5EF4-FFF2-40B4-BE49-F238E27FC236}">
                <a16:creationId xmlns:a16="http://schemas.microsoft.com/office/drawing/2014/main" id="{3331B525-F82C-59CF-F18B-5F3DB199582C}"/>
              </a:ext>
            </a:extLst>
          </p:cNvPr>
          <p:cNvSpPr>
            <a:spLocks noGrp="1"/>
          </p:cNvSpPr>
          <p:nvPr>
            <p:ph type="title"/>
          </p:nvPr>
        </p:nvSpPr>
        <p:spPr/>
        <p:txBody>
          <a:bodyPr/>
          <a:lstStyle/>
          <a:p>
            <a:r>
              <a:rPr lang="en-US" dirty="0"/>
              <a:t>BACKUP STRATEGY</a:t>
            </a:r>
          </a:p>
        </p:txBody>
      </p:sp>
    </p:spTree>
    <p:extLst>
      <p:ext uri="{BB962C8B-B14F-4D97-AF65-F5344CB8AC3E}">
        <p14:creationId xmlns:p14="http://schemas.microsoft.com/office/powerpoint/2010/main" val="33411373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B1FC5B-E13A-CEDF-5921-C6CFA698F4AC}"/>
              </a:ext>
            </a:extLst>
          </p:cNvPr>
          <p:cNvSpPr>
            <a:spLocks noGrp="1"/>
          </p:cNvSpPr>
          <p:nvPr>
            <p:ph type="dt" sz="half" idx="10"/>
          </p:nvPr>
        </p:nvSpPr>
        <p:spPr/>
        <p:txBody>
          <a:bodyPr/>
          <a:lstStyle/>
          <a:p>
            <a:r>
              <a:rPr lang="en-US"/>
              <a:t>8/06/20XX</a:t>
            </a:r>
            <a:endParaRPr lang="en-US" dirty="0"/>
          </a:p>
        </p:txBody>
      </p:sp>
      <p:sp>
        <p:nvSpPr>
          <p:cNvPr id="3" name="Footer Placeholder 2">
            <a:extLst>
              <a:ext uri="{FF2B5EF4-FFF2-40B4-BE49-F238E27FC236}">
                <a16:creationId xmlns:a16="http://schemas.microsoft.com/office/drawing/2014/main" id="{35970F63-D261-7DDA-7CA9-CEF33F8FA32C}"/>
              </a:ext>
            </a:extLst>
          </p:cNvPr>
          <p:cNvSpPr>
            <a:spLocks noGrp="1"/>
          </p:cNvSpPr>
          <p:nvPr>
            <p:ph type="ftr" sz="quarter" idx="11"/>
          </p:nvPr>
        </p:nvSpPr>
        <p:spPr/>
        <p:txBody>
          <a:bodyPr/>
          <a:lstStyle/>
          <a:p>
            <a:r>
              <a:rPr lang="en-US"/>
              <a:t>PITCH DECK</a:t>
            </a:r>
            <a:endParaRPr lang="en-US" dirty="0"/>
          </a:p>
        </p:txBody>
      </p:sp>
      <p:sp>
        <p:nvSpPr>
          <p:cNvPr id="4" name="Slide Number Placeholder 3">
            <a:extLst>
              <a:ext uri="{FF2B5EF4-FFF2-40B4-BE49-F238E27FC236}">
                <a16:creationId xmlns:a16="http://schemas.microsoft.com/office/drawing/2014/main" id="{29D010AA-2316-6CAA-820D-2E466DAA6AFD}"/>
              </a:ext>
            </a:extLst>
          </p:cNvPr>
          <p:cNvSpPr>
            <a:spLocks noGrp="1"/>
          </p:cNvSpPr>
          <p:nvPr>
            <p:ph type="sldNum" sz="quarter" idx="12"/>
          </p:nvPr>
        </p:nvSpPr>
        <p:spPr/>
        <p:txBody>
          <a:bodyPr/>
          <a:lstStyle/>
          <a:p>
            <a:fld id="{A402E4C0-AD5E-4E8C-9F21-7CCE474BDCEB}" type="slidenum">
              <a:rPr lang="en-US" smtClean="0"/>
              <a:t>19</a:t>
            </a:fld>
            <a:endParaRPr lang="en-US" dirty="0"/>
          </a:p>
        </p:txBody>
      </p:sp>
      <p:sp>
        <p:nvSpPr>
          <p:cNvPr id="5" name="Text Placeholder 4">
            <a:extLst>
              <a:ext uri="{FF2B5EF4-FFF2-40B4-BE49-F238E27FC236}">
                <a16:creationId xmlns:a16="http://schemas.microsoft.com/office/drawing/2014/main" id="{9D0974DE-1951-BB46-7AD3-B35A1643D18B}"/>
              </a:ext>
            </a:extLst>
          </p:cNvPr>
          <p:cNvSpPr>
            <a:spLocks noGrp="1"/>
          </p:cNvSpPr>
          <p:nvPr>
            <p:ph type="body" sz="quarter" idx="27"/>
          </p:nvPr>
        </p:nvSpPr>
        <p:spPr/>
        <p:txBody>
          <a:bodyPr/>
          <a:lstStyle/>
          <a:p>
            <a:r>
              <a:rPr lang="en-US" dirty="0"/>
              <a:t>preparation</a:t>
            </a:r>
          </a:p>
        </p:txBody>
      </p:sp>
      <p:sp>
        <p:nvSpPr>
          <p:cNvPr id="6" name="Text Placeholder 5">
            <a:extLst>
              <a:ext uri="{FF2B5EF4-FFF2-40B4-BE49-F238E27FC236}">
                <a16:creationId xmlns:a16="http://schemas.microsoft.com/office/drawing/2014/main" id="{0F891E11-E51A-8DD8-893E-83FB80294DFF}"/>
              </a:ext>
            </a:extLst>
          </p:cNvPr>
          <p:cNvSpPr>
            <a:spLocks noGrp="1"/>
          </p:cNvSpPr>
          <p:nvPr>
            <p:ph type="body" sz="quarter" idx="28"/>
          </p:nvPr>
        </p:nvSpPr>
        <p:spPr/>
        <p:txBody>
          <a:bodyPr/>
          <a:lstStyle/>
          <a:p>
            <a:r>
              <a:rPr lang="en-ZA" dirty="0"/>
              <a:t>detect disaster, activate DRP, alert stakeholders</a:t>
            </a:r>
            <a:endParaRPr lang="en-US" dirty="0"/>
          </a:p>
        </p:txBody>
      </p:sp>
      <p:sp>
        <p:nvSpPr>
          <p:cNvPr id="7" name="Text Placeholder 6">
            <a:extLst>
              <a:ext uri="{FF2B5EF4-FFF2-40B4-BE49-F238E27FC236}">
                <a16:creationId xmlns:a16="http://schemas.microsoft.com/office/drawing/2014/main" id="{743BEA08-368F-BC6F-7E6C-F3961C843E41}"/>
              </a:ext>
            </a:extLst>
          </p:cNvPr>
          <p:cNvSpPr>
            <a:spLocks noGrp="1"/>
          </p:cNvSpPr>
          <p:nvPr>
            <p:ph type="body" sz="quarter" idx="15"/>
          </p:nvPr>
        </p:nvSpPr>
        <p:spPr/>
        <p:txBody>
          <a:bodyPr/>
          <a:lstStyle/>
          <a:p>
            <a:r>
              <a:rPr lang="en-ZA" dirty="0"/>
              <a:t>restore file and database servers from backups.</a:t>
            </a:r>
            <a:endParaRPr lang="en-US" dirty="0"/>
          </a:p>
        </p:txBody>
      </p:sp>
      <p:sp>
        <p:nvSpPr>
          <p:cNvPr id="8" name="Text Placeholder 7">
            <a:extLst>
              <a:ext uri="{FF2B5EF4-FFF2-40B4-BE49-F238E27FC236}">
                <a16:creationId xmlns:a16="http://schemas.microsoft.com/office/drawing/2014/main" id="{4D1E0970-9561-93AB-A937-911286422C3D}"/>
              </a:ext>
            </a:extLst>
          </p:cNvPr>
          <p:cNvSpPr>
            <a:spLocks noGrp="1"/>
          </p:cNvSpPr>
          <p:nvPr>
            <p:ph type="body" sz="quarter" idx="17"/>
          </p:nvPr>
        </p:nvSpPr>
        <p:spPr/>
        <p:txBody>
          <a:bodyPr/>
          <a:lstStyle/>
          <a:p>
            <a:r>
              <a:rPr lang="en-ZA" dirty="0"/>
              <a:t>test access, confirm data integrity</a:t>
            </a:r>
            <a:endParaRPr lang="en-US" dirty="0"/>
          </a:p>
        </p:txBody>
      </p:sp>
      <p:sp>
        <p:nvSpPr>
          <p:cNvPr id="9" name="Text Placeholder 8">
            <a:extLst>
              <a:ext uri="{FF2B5EF4-FFF2-40B4-BE49-F238E27FC236}">
                <a16:creationId xmlns:a16="http://schemas.microsoft.com/office/drawing/2014/main" id="{E644EEC6-744D-4C03-88E8-053BB15C78F7}"/>
              </a:ext>
            </a:extLst>
          </p:cNvPr>
          <p:cNvSpPr>
            <a:spLocks noGrp="1"/>
          </p:cNvSpPr>
          <p:nvPr>
            <p:ph type="body" sz="quarter" idx="19"/>
          </p:nvPr>
        </p:nvSpPr>
        <p:spPr/>
        <p:txBody>
          <a:bodyPr/>
          <a:lstStyle/>
          <a:p>
            <a:r>
              <a:rPr lang="en-ZA" dirty="0"/>
              <a:t>resume normal operations and monitor systems</a:t>
            </a:r>
            <a:endParaRPr lang="en-US" dirty="0"/>
          </a:p>
        </p:txBody>
      </p:sp>
      <p:sp>
        <p:nvSpPr>
          <p:cNvPr id="10" name="Text Placeholder 9">
            <a:extLst>
              <a:ext uri="{FF2B5EF4-FFF2-40B4-BE49-F238E27FC236}">
                <a16:creationId xmlns:a16="http://schemas.microsoft.com/office/drawing/2014/main" id="{F5B2C3C1-53A8-E73A-3F25-BD549DA686C8}"/>
              </a:ext>
            </a:extLst>
          </p:cNvPr>
          <p:cNvSpPr>
            <a:spLocks noGrp="1"/>
          </p:cNvSpPr>
          <p:nvPr>
            <p:ph type="body" sz="quarter" idx="29"/>
          </p:nvPr>
        </p:nvSpPr>
        <p:spPr/>
        <p:txBody>
          <a:bodyPr/>
          <a:lstStyle/>
          <a:p>
            <a:r>
              <a:rPr lang="en-US" dirty="0"/>
              <a:t>recovery</a:t>
            </a:r>
          </a:p>
        </p:txBody>
      </p:sp>
      <p:sp>
        <p:nvSpPr>
          <p:cNvPr id="11" name="Text Placeholder 10">
            <a:extLst>
              <a:ext uri="{FF2B5EF4-FFF2-40B4-BE49-F238E27FC236}">
                <a16:creationId xmlns:a16="http://schemas.microsoft.com/office/drawing/2014/main" id="{4F8AB4C3-C96F-D2CA-4CC5-433FB86D750D}"/>
              </a:ext>
            </a:extLst>
          </p:cNvPr>
          <p:cNvSpPr>
            <a:spLocks noGrp="1"/>
          </p:cNvSpPr>
          <p:nvPr>
            <p:ph type="body" sz="quarter" idx="30"/>
          </p:nvPr>
        </p:nvSpPr>
        <p:spPr/>
        <p:txBody>
          <a:bodyPr/>
          <a:lstStyle/>
          <a:p>
            <a:r>
              <a:rPr lang="en-US" dirty="0"/>
              <a:t>validation</a:t>
            </a:r>
          </a:p>
        </p:txBody>
      </p:sp>
      <p:sp>
        <p:nvSpPr>
          <p:cNvPr id="12" name="Text Placeholder 11">
            <a:extLst>
              <a:ext uri="{FF2B5EF4-FFF2-40B4-BE49-F238E27FC236}">
                <a16:creationId xmlns:a16="http://schemas.microsoft.com/office/drawing/2014/main" id="{19804877-FDB0-B6AA-D5A7-892E27D84D1B}"/>
              </a:ext>
            </a:extLst>
          </p:cNvPr>
          <p:cNvSpPr>
            <a:spLocks noGrp="1"/>
          </p:cNvSpPr>
          <p:nvPr>
            <p:ph type="body" sz="quarter" idx="31"/>
          </p:nvPr>
        </p:nvSpPr>
        <p:spPr>
          <a:xfrm>
            <a:off x="9188445" y="3639417"/>
            <a:ext cx="2546355" cy="365125"/>
          </a:xfrm>
        </p:spPr>
        <p:txBody>
          <a:bodyPr>
            <a:normAutofit/>
          </a:bodyPr>
          <a:lstStyle/>
          <a:p>
            <a:r>
              <a:rPr lang="en-US" dirty="0"/>
              <a:t>Return to service</a:t>
            </a:r>
          </a:p>
        </p:txBody>
      </p:sp>
      <p:sp>
        <p:nvSpPr>
          <p:cNvPr id="13" name="Title 12">
            <a:extLst>
              <a:ext uri="{FF2B5EF4-FFF2-40B4-BE49-F238E27FC236}">
                <a16:creationId xmlns:a16="http://schemas.microsoft.com/office/drawing/2014/main" id="{05234603-383E-D0F1-5A15-736C07A2F545}"/>
              </a:ext>
            </a:extLst>
          </p:cNvPr>
          <p:cNvSpPr>
            <a:spLocks noGrp="1"/>
          </p:cNvSpPr>
          <p:nvPr>
            <p:ph type="title"/>
          </p:nvPr>
        </p:nvSpPr>
        <p:spPr/>
        <p:txBody>
          <a:bodyPr/>
          <a:lstStyle/>
          <a:p>
            <a:r>
              <a:rPr lang="en-US" dirty="0"/>
              <a:t>Recovery stages</a:t>
            </a:r>
          </a:p>
        </p:txBody>
      </p:sp>
      <p:pic>
        <p:nvPicPr>
          <p:cNvPr id="19" name="Picture Placeholder 18" descr="Clipboard outline">
            <a:extLst>
              <a:ext uri="{FF2B5EF4-FFF2-40B4-BE49-F238E27FC236}">
                <a16:creationId xmlns:a16="http://schemas.microsoft.com/office/drawing/2014/main" id="{187D093E-6411-002B-F0C2-B60A88B59AA4}"/>
              </a:ext>
            </a:extLst>
          </p:cNvPr>
          <p:cNvPicPr>
            <a:picLocks noGrp="1" noChangeAspect="1"/>
          </p:cNvPicPr>
          <p:nvPr>
            <p:ph type="pic" sz="quarter" idx="32"/>
          </p:nvPr>
        </p:nvPicPr>
        <p:blipFill>
          <a:blip r:embed="rId2">
            <a:extLst>
              <a:ext uri="{96DAC541-7B7A-43D3-8B79-37D633B846F1}">
                <asvg:svgBlip xmlns:asvg="http://schemas.microsoft.com/office/drawing/2016/SVG/main" r:embed="rId3"/>
              </a:ext>
            </a:extLst>
          </a:blip>
          <a:srcRect l="131" r="131"/>
          <a:stretch>
            <a:fillRect/>
          </a:stretch>
        </p:blipFill>
        <p:spPr/>
      </p:pic>
      <p:pic>
        <p:nvPicPr>
          <p:cNvPr id="21" name="Picture Placeholder 20" descr="Refresh outline">
            <a:extLst>
              <a:ext uri="{FF2B5EF4-FFF2-40B4-BE49-F238E27FC236}">
                <a16:creationId xmlns:a16="http://schemas.microsoft.com/office/drawing/2014/main" id="{C1C238FD-8B38-43F5-1920-8104FC776385}"/>
              </a:ext>
            </a:extLst>
          </p:cNvPr>
          <p:cNvPicPr>
            <a:picLocks noGrp="1" noChangeAspect="1"/>
          </p:cNvPicPr>
          <p:nvPr>
            <p:ph type="pic" sz="quarter" idx="33"/>
          </p:nvPr>
        </p:nvPicPr>
        <p:blipFill>
          <a:blip r:embed="rId4">
            <a:extLst>
              <a:ext uri="{96DAC541-7B7A-43D3-8B79-37D633B846F1}">
                <asvg:svgBlip xmlns:asvg="http://schemas.microsoft.com/office/drawing/2016/SVG/main" r:embed="rId5"/>
              </a:ext>
            </a:extLst>
          </a:blip>
          <a:srcRect l="131" r="131"/>
          <a:stretch>
            <a:fillRect/>
          </a:stretch>
        </p:blipFill>
        <p:spPr/>
      </p:pic>
      <p:pic>
        <p:nvPicPr>
          <p:cNvPr id="23" name="Picture Placeholder 22" descr="Checklist outline">
            <a:extLst>
              <a:ext uri="{FF2B5EF4-FFF2-40B4-BE49-F238E27FC236}">
                <a16:creationId xmlns:a16="http://schemas.microsoft.com/office/drawing/2014/main" id="{9880CCE5-1F16-2DD8-DFC8-DF133FFC9920}"/>
              </a:ext>
            </a:extLst>
          </p:cNvPr>
          <p:cNvPicPr>
            <a:picLocks noGrp="1" noChangeAspect="1"/>
          </p:cNvPicPr>
          <p:nvPr>
            <p:ph type="pic" sz="quarter" idx="34"/>
          </p:nvPr>
        </p:nvPicPr>
        <p:blipFill>
          <a:blip r:embed="rId6">
            <a:extLst>
              <a:ext uri="{96DAC541-7B7A-43D3-8B79-37D633B846F1}">
                <asvg:svgBlip xmlns:asvg="http://schemas.microsoft.com/office/drawing/2016/SVG/main" r:embed="rId7"/>
              </a:ext>
            </a:extLst>
          </a:blip>
          <a:srcRect l="131" r="131"/>
          <a:stretch>
            <a:fillRect/>
          </a:stretch>
        </p:blipFill>
        <p:spPr/>
      </p:pic>
      <p:pic>
        <p:nvPicPr>
          <p:cNvPr id="25" name="Picture Placeholder 24" descr="Cloud Computing outline">
            <a:extLst>
              <a:ext uri="{FF2B5EF4-FFF2-40B4-BE49-F238E27FC236}">
                <a16:creationId xmlns:a16="http://schemas.microsoft.com/office/drawing/2014/main" id="{4A7B2AD1-ADA9-D6C2-0869-277934A1F471}"/>
              </a:ext>
            </a:extLst>
          </p:cNvPr>
          <p:cNvPicPr>
            <a:picLocks noGrp="1" noChangeAspect="1"/>
          </p:cNvPicPr>
          <p:nvPr>
            <p:ph type="pic" sz="quarter" idx="35"/>
          </p:nvPr>
        </p:nvPicPr>
        <p:blipFill>
          <a:blip r:embed="rId8">
            <a:extLst>
              <a:ext uri="{96DAC541-7B7A-43D3-8B79-37D633B846F1}">
                <asvg:svgBlip xmlns:asvg="http://schemas.microsoft.com/office/drawing/2016/SVG/main" r:embed="rId9"/>
              </a:ext>
            </a:extLst>
          </a:blip>
          <a:srcRect l="131" r="131"/>
          <a:stretch>
            <a:fillRect/>
          </a:stretch>
        </p:blipFill>
        <p:spPr/>
      </p:pic>
    </p:spTree>
    <p:extLst>
      <p:ext uri="{BB962C8B-B14F-4D97-AF65-F5344CB8AC3E}">
        <p14:creationId xmlns:p14="http://schemas.microsoft.com/office/powerpoint/2010/main" val="22447936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Placeholder 16" descr="A group of people surrounded by binary code&#10;&#10;AI-generated content may be incorrect.">
            <a:extLst>
              <a:ext uri="{FF2B5EF4-FFF2-40B4-BE49-F238E27FC236}">
                <a16:creationId xmlns:a16="http://schemas.microsoft.com/office/drawing/2014/main" id="{DE117D8C-FA7D-2895-8F3C-E62F7113B842}"/>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12998" r="12998"/>
          <a:stretch>
            <a:fillRect/>
          </a:stretch>
        </p:blipFill>
        <p:spPr/>
      </p:pic>
      <p:sp>
        <p:nvSpPr>
          <p:cNvPr id="3" name="Title 2">
            <a:extLst>
              <a:ext uri="{FF2B5EF4-FFF2-40B4-BE49-F238E27FC236}">
                <a16:creationId xmlns:a16="http://schemas.microsoft.com/office/drawing/2014/main" id="{E624E4E1-41F7-2404-50C0-E73255FE62A6}"/>
              </a:ext>
            </a:extLst>
          </p:cNvPr>
          <p:cNvSpPr>
            <a:spLocks noGrp="1"/>
          </p:cNvSpPr>
          <p:nvPr>
            <p:ph type="title"/>
          </p:nvPr>
        </p:nvSpPr>
        <p:spPr>
          <a:xfrm>
            <a:off x="10559" y="945615"/>
            <a:ext cx="6007099" cy="4784742"/>
          </a:xfrm>
          <a:solidFill>
            <a:schemeClr val="tx2">
              <a:lumMod val="25000"/>
              <a:lumOff val="75000"/>
              <a:alpha val="80000"/>
            </a:schemeClr>
          </a:solidFill>
        </p:spPr>
        <p:txBody>
          <a:bodyPr>
            <a:normAutofit/>
          </a:bodyPr>
          <a:lstStyle/>
          <a:p>
            <a:r>
              <a:rPr lang="en-US" sz="2400" dirty="0">
                <a:ln w="0"/>
                <a:solidFill>
                  <a:schemeClr val="accent1"/>
                </a:solidFill>
                <a:effectLst>
                  <a:outerShdw blurRad="38100" dist="25400" dir="5400000" algn="ctr" rotWithShape="0">
                    <a:srgbClr val="6E747A">
                      <a:alpha val="43000"/>
                    </a:srgbClr>
                  </a:outerShdw>
                </a:effectLst>
              </a:rPr>
              <a:t>COMMUNICATION PLAN</a:t>
            </a:r>
          </a:p>
        </p:txBody>
      </p:sp>
      <p:sp>
        <p:nvSpPr>
          <p:cNvPr id="10" name="Date Placeholder 9">
            <a:extLst>
              <a:ext uri="{FF2B5EF4-FFF2-40B4-BE49-F238E27FC236}">
                <a16:creationId xmlns:a16="http://schemas.microsoft.com/office/drawing/2014/main" id="{FDFE9C1B-2455-0CAB-1533-5D448EFB5AC8}"/>
              </a:ext>
            </a:extLst>
          </p:cNvPr>
          <p:cNvSpPr>
            <a:spLocks noGrp="1"/>
          </p:cNvSpPr>
          <p:nvPr>
            <p:ph type="dt" sz="half" idx="10"/>
          </p:nvPr>
        </p:nvSpPr>
        <p:spPr/>
        <p:txBody>
          <a:bodyPr/>
          <a:lstStyle/>
          <a:p>
            <a:r>
              <a:rPr lang="en-US"/>
              <a:t>8/06/20XX</a:t>
            </a:r>
            <a:endParaRPr lang="en-US" dirty="0"/>
          </a:p>
        </p:txBody>
      </p:sp>
      <p:sp>
        <p:nvSpPr>
          <p:cNvPr id="11" name="Footer Placeholder 10">
            <a:extLst>
              <a:ext uri="{FF2B5EF4-FFF2-40B4-BE49-F238E27FC236}">
                <a16:creationId xmlns:a16="http://schemas.microsoft.com/office/drawing/2014/main" id="{6673FA99-071E-7C62-A346-C0327D6C3ECA}"/>
              </a:ext>
            </a:extLst>
          </p:cNvPr>
          <p:cNvSpPr>
            <a:spLocks noGrp="1"/>
          </p:cNvSpPr>
          <p:nvPr>
            <p:ph type="ftr" sz="quarter" idx="11"/>
          </p:nvPr>
        </p:nvSpPr>
        <p:spPr/>
        <p:txBody>
          <a:bodyPr/>
          <a:lstStyle/>
          <a:p>
            <a:r>
              <a:rPr lang="en-US"/>
              <a:t>PITCH DECK</a:t>
            </a:r>
            <a:endParaRPr lang="en-US" dirty="0"/>
          </a:p>
        </p:txBody>
      </p:sp>
      <p:sp>
        <p:nvSpPr>
          <p:cNvPr id="12" name="Slide Number Placeholder 11">
            <a:extLst>
              <a:ext uri="{FF2B5EF4-FFF2-40B4-BE49-F238E27FC236}">
                <a16:creationId xmlns:a16="http://schemas.microsoft.com/office/drawing/2014/main" id="{849A9432-0BF0-5AC0-6191-F3167A28352E}"/>
              </a:ext>
            </a:extLst>
          </p:cNvPr>
          <p:cNvSpPr>
            <a:spLocks noGrp="1"/>
          </p:cNvSpPr>
          <p:nvPr>
            <p:ph type="sldNum" sz="quarter" idx="12"/>
          </p:nvPr>
        </p:nvSpPr>
        <p:spPr/>
        <p:txBody>
          <a:bodyPr/>
          <a:lstStyle/>
          <a:p>
            <a:fld id="{A402E4C0-AD5E-4E8C-9F21-7CCE474BDCEB}" type="slidenum">
              <a:rPr lang="en-US" smtClean="0"/>
              <a:t>20</a:t>
            </a:fld>
            <a:endParaRPr lang="en-US" dirty="0"/>
          </a:p>
        </p:txBody>
      </p:sp>
      <p:sp>
        <p:nvSpPr>
          <p:cNvPr id="15" name="TextBox 14">
            <a:extLst>
              <a:ext uri="{FF2B5EF4-FFF2-40B4-BE49-F238E27FC236}">
                <a16:creationId xmlns:a16="http://schemas.microsoft.com/office/drawing/2014/main" id="{3BEEC126-C726-35B3-C83A-88F6E4EB63D4}"/>
              </a:ext>
            </a:extLst>
          </p:cNvPr>
          <p:cNvSpPr txBox="1"/>
          <p:nvPr/>
        </p:nvSpPr>
        <p:spPr>
          <a:xfrm>
            <a:off x="555171" y="2400299"/>
            <a:ext cx="4931229" cy="2308324"/>
          </a:xfrm>
          <a:prstGeom prst="rect">
            <a:avLst/>
          </a:prstGeom>
          <a:noFill/>
        </p:spPr>
        <p:txBody>
          <a:bodyPr wrap="square" rtlCol="0">
            <a:spAutoFit/>
          </a:bodyPr>
          <a:lstStyle/>
          <a:p>
            <a:r>
              <a:rPr lang="en-ZA" b="1" dirty="0">
                <a:solidFill>
                  <a:schemeClr val="bg1"/>
                </a:solidFill>
              </a:rPr>
              <a:t>During a disaster:</a:t>
            </a:r>
            <a:endParaRPr lang="en-US" b="1" dirty="0">
              <a:solidFill>
                <a:schemeClr val="bg1"/>
              </a:solidFill>
            </a:endParaRPr>
          </a:p>
          <a:p>
            <a:r>
              <a:rPr lang="en-ZA" b="1" dirty="0">
                <a:solidFill>
                  <a:schemeClr val="bg1"/>
                </a:solidFill>
              </a:rPr>
              <a:t>IT Manager leads recovery.</a:t>
            </a:r>
            <a:endParaRPr lang="en-US" b="1" dirty="0">
              <a:solidFill>
                <a:schemeClr val="bg1"/>
              </a:solidFill>
            </a:endParaRPr>
          </a:p>
          <a:p>
            <a:r>
              <a:rPr lang="en-ZA" b="1" dirty="0">
                <a:solidFill>
                  <a:schemeClr val="bg1"/>
                </a:solidFill>
              </a:rPr>
              <a:t>Network Admin restores systems.</a:t>
            </a:r>
            <a:endParaRPr lang="en-US" b="1" dirty="0">
              <a:solidFill>
                <a:schemeClr val="bg1"/>
              </a:solidFill>
            </a:endParaRPr>
          </a:p>
          <a:p>
            <a:r>
              <a:rPr lang="en-ZA" b="1" dirty="0">
                <a:solidFill>
                  <a:schemeClr val="bg1"/>
                </a:solidFill>
              </a:rPr>
              <a:t>Helpdesk supports users.</a:t>
            </a:r>
            <a:endParaRPr lang="en-US" b="1" dirty="0">
              <a:solidFill>
                <a:schemeClr val="bg1"/>
              </a:solidFill>
            </a:endParaRPr>
          </a:p>
          <a:p>
            <a:r>
              <a:rPr lang="en-ZA" b="1" dirty="0">
                <a:solidFill>
                  <a:schemeClr val="bg1"/>
                </a:solidFill>
              </a:rPr>
              <a:t>Updates are shared through email, SMS, or WhatsApp, depending on system availability. </a:t>
            </a:r>
            <a:endParaRPr lang="en-US" b="1" dirty="0">
              <a:solidFill>
                <a:schemeClr val="bg1"/>
              </a:solidFill>
            </a:endParaRPr>
          </a:p>
          <a:p>
            <a:r>
              <a:rPr lang="en-ZA" b="1" dirty="0">
                <a:solidFill>
                  <a:schemeClr val="bg1"/>
                </a:solidFill>
              </a:rPr>
              <a:t>Executives get hourly updates; employees and customers are informed as needed.</a:t>
            </a:r>
            <a:endParaRPr lang="en-US" b="1" dirty="0">
              <a:solidFill>
                <a:schemeClr val="bg1"/>
              </a:solidFill>
            </a:endParaRPr>
          </a:p>
        </p:txBody>
      </p:sp>
    </p:spTree>
    <p:extLst>
      <p:ext uri="{BB962C8B-B14F-4D97-AF65-F5344CB8AC3E}">
        <p14:creationId xmlns:p14="http://schemas.microsoft.com/office/powerpoint/2010/main" val="16399075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a:extLst>
              <a:ext uri="{FF2B5EF4-FFF2-40B4-BE49-F238E27FC236}">
                <a16:creationId xmlns:a16="http://schemas.microsoft.com/office/drawing/2014/main" id="{CED481A2-A257-857F-ABA2-06D68D097412}"/>
              </a:ext>
            </a:extLst>
          </p:cNvPr>
          <p:cNvPicPr>
            <a:picLocks noGrp="1" noChangeAspect="1"/>
          </p:cNvPicPr>
          <p:nvPr>
            <p:ph type="pic" sz="quarter" idx="13"/>
          </p:nvPr>
        </p:nvPicPr>
        <p:blipFill>
          <a:blip r:embed="rId2"/>
          <a:srcRect/>
          <a:stretch>
            <a:fillRect/>
          </a:stretch>
        </p:blipFill>
        <p:spPr>
          <a:prstGeom prst="rect">
            <a:avLst/>
          </a:prstGeom>
        </p:spPr>
      </p:pic>
      <p:sp>
        <p:nvSpPr>
          <p:cNvPr id="3" name="Title 2">
            <a:extLst>
              <a:ext uri="{FF2B5EF4-FFF2-40B4-BE49-F238E27FC236}">
                <a16:creationId xmlns:a16="http://schemas.microsoft.com/office/drawing/2014/main" id="{B12A8424-9CA9-8BE2-AD94-2CB9E01F9122}"/>
              </a:ext>
            </a:extLst>
          </p:cNvPr>
          <p:cNvSpPr>
            <a:spLocks noGrp="1"/>
          </p:cNvSpPr>
          <p:nvPr>
            <p:ph type="title"/>
          </p:nvPr>
        </p:nvSpPr>
        <p:spPr>
          <a:xfrm>
            <a:off x="1289050" y="215901"/>
            <a:ext cx="9385300" cy="1277890"/>
          </a:xfrm>
        </p:spPr>
        <p:txBody>
          <a:bodyPr/>
          <a:lstStyle/>
          <a:p>
            <a:r>
              <a:rPr lang="en-US" dirty="0">
                <a:solidFill>
                  <a:schemeClr val="accent5">
                    <a:lumMod val="20000"/>
                    <a:lumOff val="80000"/>
                  </a:schemeClr>
                </a:solidFill>
              </a:rPr>
              <a:t>Review &amp; maintenance</a:t>
            </a:r>
          </a:p>
        </p:txBody>
      </p:sp>
      <p:sp>
        <p:nvSpPr>
          <p:cNvPr id="5" name="TextBox 4">
            <a:extLst>
              <a:ext uri="{FF2B5EF4-FFF2-40B4-BE49-F238E27FC236}">
                <a16:creationId xmlns:a16="http://schemas.microsoft.com/office/drawing/2014/main" id="{43C153D4-9783-749F-94E4-5A9312BB6F08}"/>
              </a:ext>
            </a:extLst>
          </p:cNvPr>
          <p:cNvSpPr txBox="1"/>
          <p:nvPr/>
        </p:nvSpPr>
        <p:spPr>
          <a:xfrm>
            <a:off x="3111500" y="1765300"/>
            <a:ext cx="5867400" cy="2215991"/>
          </a:xfrm>
          <a:prstGeom prst="rect">
            <a:avLst/>
          </a:prstGeom>
          <a:noFill/>
        </p:spPr>
        <p:txBody>
          <a:bodyPr wrap="square" rtlCol="0">
            <a:spAutoFit/>
          </a:bodyPr>
          <a:lstStyle/>
          <a:p>
            <a:r>
              <a:rPr lang="en-ZA" sz="2000" dirty="0">
                <a:solidFill>
                  <a:schemeClr val="bg1"/>
                </a:solidFill>
              </a:rPr>
              <a:t>The DRP is reviewed every 6 months and after major incidents.</a:t>
            </a:r>
            <a:endParaRPr lang="en-US" sz="2000" dirty="0">
              <a:solidFill>
                <a:schemeClr val="bg1"/>
              </a:solidFill>
            </a:endParaRPr>
          </a:p>
          <a:p>
            <a:r>
              <a:rPr lang="en-ZA" sz="2000" dirty="0">
                <a:solidFill>
                  <a:schemeClr val="bg1"/>
                </a:solidFill>
              </a:rPr>
              <a:t>Staff receive training and simulations annually to stay prepared.</a:t>
            </a:r>
            <a:endParaRPr lang="en-US" sz="2000" dirty="0">
              <a:solidFill>
                <a:schemeClr val="bg1"/>
              </a:solidFill>
            </a:endParaRPr>
          </a:p>
          <a:p>
            <a:r>
              <a:rPr lang="en-ZA" sz="2000" dirty="0">
                <a:solidFill>
                  <a:schemeClr val="bg1"/>
                </a:solidFill>
              </a:rPr>
              <a:t>Performance metrics like downtime and recovery success are tracked for continuous improvement. </a:t>
            </a:r>
            <a:endParaRPr lang="en-US" sz="2000" dirty="0">
              <a:solidFill>
                <a:schemeClr val="bg1"/>
              </a:solidFill>
            </a:endParaRPr>
          </a:p>
          <a:p>
            <a:endParaRPr lang="en-US" dirty="0"/>
          </a:p>
        </p:txBody>
      </p:sp>
    </p:spTree>
    <p:extLst>
      <p:ext uri="{BB962C8B-B14F-4D97-AF65-F5344CB8AC3E}">
        <p14:creationId xmlns:p14="http://schemas.microsoft.com/office/powerpoint/2010/main" val="24611226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334D83FB-91AA-5E3B-25DC-201C997555CB}"/>
              </a:ext>
            </a:extLst>
          </p:cNvPr>
          <p:cNvPicPr>
            <a:picLocks noGrp="1" noChangeAspect="1"/>
          </p:cNvPicPr>
          <p:nvPr>
            <p:ph type="pic" sz="quarter" idx="13"/>
          </p:nvPr>
        </p:nvPicPr>
        <p:blipFill>
          <a:blip r:embed="rId2"/>
          <a:srcRect l="3" r="3"/>
          <a:stretch>
            <a:fillRect/>
          </a:stretch>
        </p:blipFill>
        <p:spPr>
          <a:prstGeom prst="rect">
            <a:avLst/>
          </a:prstGeom>
        </p:spPr>
      </p:pic>
      <p:sp>
        <p:nvSpPr>
          <p:cNvPr id="3" name="Date Placeholder 2">
            <a:extLst>
              <a:ext uri="{FF2B5EF4-FFF2-40B4-BE49-F238E27FC236}">
                <a16:creationId xmlns:a16="http://schemas.microsoft.com/office/drawing/2014/main" id="{099D546E-8904-CBF3-3BDC-68FE68CF2E8F}"/>
              </a:ext>
            </a:extLst>
          </p:cNvPr>
          <p:cNvSpPr>
            <a:spLocks noGrp="1"/>
          </p:cNvSpPr>
          <p:nvPr>
            <p:ph type="dt" sz="half" idx="10"/>
          </p:nvPr>
        </p:nvSpPr>
        <p:spPr/>
        <p:txBody>
          <a:bodyPr/>
          <a:lstStyle/>
          <a:p>
            <a:r>
              <a:rPr lang="en-US"/>
              <a:t>8/06/20XX</a:t>
            </a:r>
            <a:endParaRPr lang="en-US" dirty="0"/>
          </a:p>
        </p:txBody>
      </p:sp>
      <p:sp>
        <p:nvSpPr>
          <p:cNvPr id="4" name="Footer Placeholder 3">
            <a:extLst>
              <a:ext uri="{FF2B5EF4-FFF2-40B4-BE49-F238E27FC236}">
                <a16:creationId xmlns:a16="http://schemas.microsoft.com/office/drawing/2014/main" id="{406ACC04-8CED-3E79-40E4-D27CC82CF1E1}"/>
              </a:ext>
            </a:extLst>
          </p:cNvPr>
          <p:cNvSpPr>
            <a:spLocks noGrp="1"/>
          </p:cNvSpPr>
          <p:nvPr>
            <p:ph type="ftr" sz="quarter" idx="11"/>
          </p:nvPr>
        </p:nvSpPr>
        <p:spPr/>
        <p:txBody>
          <a:bodyPr/>
          <a:lstStyle/>
          <a:p>
            <a:r>
              <a:rPr lang="en-US"/>
              <a:t>PITCH DECK</a:t>
            </a:r>
            <a:endParaRPr lang="en-US" dirty="0"/>
          </a:p>
        </p:txBody>
      </p:sp>
      <p:sp>
        <p:nvSpPr>
          <p:cNvPr id="5" name="Slide Number Placeholder 4">
            <a:extLst>
              <a:ext uri="{FF2B5EF4-FFF2-40B4-BE49-F238E27FC236}">
                <a16:creationId xmlns:a16="http://schemas.microsoft.com/office/drawing/2014/main" id="{FB71DEAA-6A21-D3B0-7F23-45962B086233}"/>
              </a:ext>
            </a:extLst>
          </p:cNvPr>
          <p:cNvSpPr>
            <a:spLocks noGrp="1"/>
          </p:cNvSpPr>
          <p:nvPr>
            <p:ph type="sldNum" sz="quarter" idx="12"/>
          </p:nvPr>
        </p:nvSpPr>
        <p:spPr/>
        <p:txBody>
          <a:bodyPr/>
          <a:lstStyle/>
          <a:p>
            <a:fld id="{A402E4C0-AD5E-4E8C-9F21-7CCE474BDCEB}" type="slidenum">
              <a:rPr lang="en-US" smtClean="0"/>
              <a:t>22</a:t>
            </a:fld>
            <a:endParaRPr lang="en-US" dirty="0"/>
          </a:p>
        </p:txBody>
      </p:sp>
      <p:sp>
        <p:nvSpPr>
          <p:cNvPr id="6" name="Title 5">
            <a:extLst>
              <a:ext uri="{FF2B5EF4-FFF2-40B4-BE49-F238E27FC236}">
                <a16:creationId xmlns:a16="http://schemas.microsoft.com/office/drawing/2014/main" id="{C0ABD5BC-0F3D-7423-F533-A338C6303457}"/>
              </a:ext>
            </a:extLst>
          </p:cNvPr>
          <p:cNvSpPr>
            <a:spLocks noGrp="1"/>
          </p:cNvSpPr>
          <p:nvPr>
            <p:ph type="title"/>
          </p:nvPr>
        </p:nvSpPr>
        <p:spPr>
          <a:xfrm>
            <a:off x="-2" y="1391817"/>
            <a:ext cx="6019802" cy="3719026"/>
          </a:xfrm>
          <a:solidFill>
            <a:schemeClr val="bg1">
              <a:lumMod val="85000"/>
              <a:alpha val="80000"/>
            </a:schemeClr>
          </a:solidFill>
        </p:spPr>
        <p:txBody>
          <a:bodyPr>
            <a:normAutofit/>
          </a:bodyPr>
          <a:lstStyle/>
          <a:p>
            <a:r>
              <a:rPr lang="en-US" sz="40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rPr>
              <a:t>STANDARD OPERATING PROCEDURE (SOP)</a:t>
            </a:r>
          </a:p>
        </p:txBody>
      </p:sp>
    </p:spTree>
    <p:extLst>
      <p:ext uri="{BB962C8B-B14F-4D97-AF65-F5344CB8AC3E}">
        <p14:creationId xmlns:p14="http://schemas.microsoft.com/office/powerpoint/2010/main" val="15003637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9DD828E-7877-2040-2E70-77147196AEC3}"/>
              </a:ext>
            </a:extLst>
          </p:cNvPr>
          <p:cNvSpPr>
            <a:spLocks noGrp="1"/>
          </p:cNvSpPr>
          <p:nvPr>
            <p:ph type="title"/>
          </p:nvPr>
        </p:nvSpPr>
        <p:spPr>
          <a:xfrm>
            <a:off x="922565" y="602078"/>
            <a:ext cx="10346869" cy="2003898"/>
          </a:xfrm>
          <a:solidFill>
            <a:schemeClr val="tx2">
              <a:lumMod val="75000"/>
              <a:lumOff val="25000"/>
              <a:alpha val="80000"/>
            </a:schemeClr>
          </a:solidFill>
        </p:spPr>
        <p:txBody>
          <a:bodyPr/>
          <a:lstStyle/>
          <a:p>
            <a:r>
              <a:rPr lang="en-US" dirty="0">
                <a:solidFill>
                  <a:schemeClr val="bg1"/>
                </a:solidFill>
              </a:rPr>
              <a:t>Roles and responsibilities</a:t>
            </a:r>
          </a:p>
        </p:txBody>
      </p:sp>
      <p:sp>
        <p:nvSpPr>
          <p:cNvPr id="4" name="Text Placeholder 3">
            <a:extLst>
              <a:ext uri="{FF2B5EF4-FFF2-40B4-BE49-F238E27FC236}">
                <a16:creationId xmlns:a16="http://schemas.microsoft.com/office/drawing/2014/main" id="{8D84AB50-81CE-7A8C-9187-87BF1B4E71A2}"/>
              </a:ext>
            </a:extLst>
          </p:cNvPr>
          <p:cNvSpPr>
            <a:spLocks noGrp="1"/>
          </p:cNvSpPr>
          <p:nvPr>
            <p:ph type="body" sz="quarter" idx="15"/>
          </p:nvPr>
        </p:nvSpPr>
        <p:spPr>
          <a:xfrm>
            <a:off x="1319431" y="3089753"/>
            <a:ext cx="6628257" cy="1996528"/>
          </a:xfrm>
        </p:spPr>
        <p:txBody>
          <a:bodyPr vert="horz" lIns="91440" tIns="45720" rIns="91440" bIns="45720" rtlCol="0" anchor="t">
            <a:noAutofit/>
          </a:bodyPr>
          <a:lstStyle/>
          <a:p>
            <a:r>
              <a:rPr lang="en-US" sz="1800" dirty="0">
                <a:solidFill>
                  <a:schemeClr val="bg1"/>
                </a:solidFill>
                <a:ea typeface="+mn-lt"/>
                <a:cs typeface="+mn-lt"/>
              </a:rPr>
              <a:t>- Created and managed the SOP document</a:t>
            </a:r>
            <a:endParaRPr lang="en-US" sz="1800">
              <a:solidFill>
                <a:schemeClr val="bg1"/>
              </a:solidFill>
            </a:endParaRPr>
          </a:p>
          <a:p>
            <a:r>
              <a:rPr lang="en-US" sz="1800" dirty="0">
                <a:solidFill>
                  <a:schemeClr val="bg1"/>
                </a:solidFill>
                <a:ea typeface="+mn-lt"/>
                <a:cs typeface="+mn-lt"/>
              </a:rPr>
              <a:t>- Ensured IT policies were clear and understandable</a:t>
            </a:r>
            <a:endParaRPr lang="en-US" sz="1800">
              <a:solidFill>
                <a:schemeClr val="bg1"/>
              </a:solidFill>
            </a:endParaRPr>
          </a:p>
          <a:p>
            <a:r>
              <a:rPr lang="en-US" sz="1800" dirty="0">
                <a:solidFill>
                  <a:schemeClr val="bg1"/>
                </a:solidFill>
                <a:ea typeface="+mn-lt"/>
                <a:cs typeface="+mn-lt"/>
              </a:rPr>
              <a:t>- Trained the team to follow procedures</a:t>
            </a:r>
            <a:endParaRPr lang="en-US" sz="1800">
              <a:solidFill>
                <a:schemeClr val="bg1"/>
              </a:solidFill>
            </a:endParaRPr>
          </a:p>
          <a:p>
            <a:r>
              <a:rPr lang="en-US" sz="1800" dirty="0">
                <a:solidFill>
                  <a:schemeClr val="bg1"/>
                </a:solidFill>
                <a:ea typeface="+mn-lt"/>
                <a:cs typeface="+mn-lt"/>
              </a:rPr>
              <a:t>- Acted as link between project plans and daily operations</a:t>
            </a:r>
            <a:endParaRPr lang="en-US" sz="1800">
              <a:solidFill>
                <a:schemeClr val="bg1"/>
              </a:solidFill>
            </a:endParaRPr>
          </a:p>
          <a:p>
            <a:endParaRPr lang="en-US"/>
          </a:p>
          <a:p>
            <a:endParaRPr lang="en-US"/>
          </a:p>
          <a:p>
            <a:endParaRPr lang="en-US" dirty="0">
              <a:solidFill>
                <a:schemeClr val="bg1"/>
              </a:solidFill>
            </a:endParaRPr>
          </a:p>
        </p:txBody>
      </p:sp>
    </p:spTree>
    <p:extLst>
      <p:ext uri="{BB962C8B-B14F-4D97-AF65-F5344CB8AC3E}">
        <p14:creationId xmlns:p14="http://schemas.microsoft.com/office/powerpoint/2010/main" val="39703934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descr="A blue and gold padlock on a black background&#10;&#10;AI-generated content may be incorrect.">
            <a:extLst>
              <a:ext uri="{FF2B5EF4-FFF2-40B4-BE49-F238E27FC236}">
                <a16:creationId xmlns:a16="http://schemas.microsoft.com/office/drawing/2014/main" id="{351F697C-F13B-170C-E4C3-AA458EF865A0}"/>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15072" r="15072"/>
          <a:stretch>
            <a:fillRect/>
          </a:stretch>
        </p:blipFill>
        <p:spPr/>
      </p:pic>
      <p:sp>
        <p:nvSpPr>
          <p:cNvPr id="3" name="Title 2">
            <a:extLst>
              <a:ext uri="{FF2B5EF4-FFF2-40B4-BE49-F238E27FC236}">
                <a16:creationId xmlns:a16="http://schemas.microsoft.com/office/drawing/2014/main" id="{9AEEE149-0CE7-1FB3-EFD9-82FCC7EEC0D9}"/>
              </a:ext>
            </a:extLst>
          </p:cNvPr>
          <p:cNvSpPr>
            <a:spLocks noGrp="1"/>
          </p:cNvSpPr>
          <p:nvPr>
            <p:ph type="title"/>
          </p:nvPr>
        </p:nvSpPr>
        <p:spPr>
          <a:solidFill>
            <a:schemeClr val="bg2">
              <a:alpha val="80000"/>
            </a:schemeClr>
          </a:solidFill>
        </p:spPr>
        <p:txBody>
          <a:bodyPr/>
          <a:lstStyle/>
          <a:p>
            <a:r>
              <a:rPr lang="en-US" dirty="0">
                <a:ea typeface="+mj-lt"/>
                <a:cs typeface="+mj-lt"/>
              </a:rPr>
              <a:t>Application to the Project</a:t>
            </a:r>
            <a:br>
              <a:rPr lang="en-US" dirty="0"/>
            </a:br>
            <a:br>
              <a:rPr lang="en-US" dirty="0"/>
            </a:br>
            <a:endParaRPr lang="en-US"/>
          </a:p>
        </p:txBody>
      </p:sp>
      <p:sp>
        <p:nvSpPr>
          <p:cNvPr id="10" name="Date Placeholder 9">
            <a:extLst>
              <a:ext uri="{FF2B5EF4-FFF2-40B4-BE49-F238E27FC236}">
                <a16:creationId xmlns:a16="http://schemas.microsoft.com/office/drawing/2014/main" id="{CBF4C24D-8B9F-6830-6490-39BE87CA0299}"/>
              </a:ext>
            </a:extLst>
          </p:cNvPr>
          <p:cNvSpPr>
            <a:spLocks noGrp="1"/>
          </p:cNvSpPr>
          <p:nvPr>
            <p:ph type="dt" sz="half" idx="10"/>
          </p:nvPr>
        </p:nvSpPr>
        <p:spPr/>
        <p:txBody>
          <a:bodyPr/>
          <a:lstStyle/>
          <a:p>
            <a:r>
              <a:rPr lang="en-US"/>
              <a:t>8/06/20XX</a:t>
            </a:r>
            <a:endParaRPr lang="en-US" dirty="0"/>
          </a:p>
        </p:txBody>
      </p:sp>
      <p:sp>
        <p:nvSpPr>
          <p:cNvPr id="11" name="Footer Placeholder 10">
            <a:extLst>
              <a:ext uri="{FF2B5EF4-FFF2-40B4-BE49-F238E27FC236}">
                <a16:creationId xmlns:a16="http://schemas.microsoft.com/office/drawing/2014/main" id="{F5322AAB-C38C-B34D-DE57-9A2182F6A449}"/>
              </a:ext>
            </a:extLst>
          </p:cNvPr>
          <p:cNvSpPr>
            <a:spLocks noGrp="1"/>
          </p:cNvSpPr>
          <p:nvPr>
            <p:ph type="ftr" sz="quarter" idx="11"/>
          </p:nvPr>
        </p:nvSpPr>
        <p:spPr/>
        <p:txBody>
          <a:bodyPr/>
          <a:lstStyle/>
          <a:p>
            <a:r>
              <a:rPr lang="en-US"/>
              <a:t>PITCH DECK</a:t>
            </a:r>
            <a:endParaRPr lang="en-US" dirty="0"/>
          </a:p>
        </p:txBody>
      </p:sp>
      <p:sp>
        <p:nvSpPr>
          <p:cNvPr id="12" name="Slide Number Placeholder 11">
            <a:extLst>
              <a:ext uri="{FF2B5EF4-FFF2-40B4-BE49-F238E27FC236}">
                <a16:creationId xmlns:a16="http://schemas.microsoft.com/office/drawing/2014/main" id="{7A551E7A-31BB-0F97-D198-39509B234EE1}"/>
              </a:ext>
            </a:extLst>
          </p:cNvPr>
          <p:cNvSpPr>
            <a:spLocks noGrp="1"/>
          </p:cNvSpPr>
          <p:nvPr>
            <p:ph type="sldNum" sz="quarter" idx="12"/>
          </p:nvPr>
        </p:nvSpPr>
        <p:spPr/>
        <p:txBody>
          <a:bodyPr/>
          <a:lstStyle/>
          <a:p>
            <a:fld id="{A402E4C0-AD5E-4E8C-9F21-7CCE474BDCEB}" type="slidenum">
              <a:rPr lang="en-US" smtClean="0"/>
              <a:t>24</a:t>
            </a:fld>
            <a:endParaRPr lang="en-US" dirty="0"/>
          </a:p>
        </p:txBody>
      </p:sp>
      <p:sp>
        <p:nvSpPr>
          <p:cNvPr id="15" name="TextBox 14">
            <a:extLst>
              <a:ext uri="{FF2B5EF4-FFF2-40B4-BE49-F238E27FC236}">
                <a16:creationId xmlns:a16="http://schemas.microsoft.com/office/drawing/2014/main" id="{5DB937DE-29FD-5D5D-5D83-14C3648AB928}"/>
              </a:ext>
            </a:extLst>
          </p:cNvPr>
          <p:cNvSpPr txBox="1"/>
          <p:nvPr/>
        </p:nvSpPr>
        <p:spPr>
          <a:xfrm>
            <a:off x="827314" y="2439511"/>
            <a:ext cx="4974771" cy="2585323"/>
          </a:xfrm>
          <a:prstGeom prst="rect">
            <a:avLst/>
          </a:prstGeom>
          <a:noFill/>
        </p:spPr>
        <p:txBody>
          <a:bodyPr wrap="square" lIns="91440" tIns="45720" rIns="91440" bIns="45720" rtlCol="0" anchor="t">
            <a:spAutoFit/>
          </a:bodyPr>
          <a:lstStyle/>
          <a:p>
            <a:pPr>
              <a:buFont typeface="Arial" panose="020B0604020202020204" pitchFamily="34" charset="0"/>
              <a:buChar char="•"/>
            </a:pPr>
            <a:r>
              <a:rPr lang="en-US" dirty="0">
                <a:ea typeface="+mn-lt"/>
                <a:cs typeface="+mn-lt"/>
              </a:rPr>
              <a:t>- Defines “Who” – outlines IT team structure and roles</a:t>
            </a:r>
            <a:endParaRPr lang="en-US" dirty="0"/>
          </a:p>
          <a:p>
            <a:pPr>
              <a:buFont typeface="Arial" panose="020B0604020202020204" pitchFamily="34" charset="0"/>
              <a:buChar char="•"/>
            </a:pPr>
            <a:r>
              <a:rPr lang="en-US" dirty="0">
                <a:ea typeface="+mn-lt"/>
                <a:cs typeface="+mn-lt"/>
              </a:rPr>
              <a:t>- Defines “How” – sets rules for security, purchasing, and help desk operations</a:t>
            </a:r>
            <a:endParaRPr lang="en-US" dirty="0"/>
          </a:p>
          <a:p>
            <a:pPr>
              <a:buFont typeface="Arial" panose="020B0604020202020204" pitchFamily="34" charset="0"/>
              <a:buChar char="•"/>
            </a:pPr>
            <a:r>
              <a:rPr lang="en-US" dirty="0">
                <a:ea typeface="+mn-lt"/>
                <a:cs typeface="+mn-lt"/>
              </a:rPr>
              <a:t>- Connects Plans – translates Network &amp; Disaster Recovery plans into daily steps</a:t>
            </a:r>
            <a:endParaRPr lang="en-US" dirty="0"/>
          </a:p>
          <a:p>
            <a:pPr>
              <a:buFont typeface="Arial" panose="020B0604020202020204" pitchFamily="34" charset="0"/>
              <a:buChar char="•"/>
            </a:pPr>
            <a:endParaRPr lang="en-US"/>
          </a:p>
          <a:p>
            <a:pPr>
              <a:buFont typeface="Arial" panose="020B0604020202020204" pitchFamily="34" charset="0"/>
              <a:buChar char="•"/>
            </a:pPr>
            <a:endParaRPr lang="en-US"/>
          </a:p>
          <a:p>
            <a:pPr marL="285750" indent="-285750">
              <a:buFont typeface="Arial" panose="020B0604020202020204" pitchFamily="34" charset="0"/>
              <a:buChar char="•"/>
            </a:pPr>
            <a:endParaRPr lang="en-US" dirty="0"/>
          </a:p>
        </p:txBody>
      </p:sp>
      <p:pic>
        <p:nvPicPr>
          <p:cNvPr id="2" name="Picture 1">
            <a:extLst>
              <a:ext uri="{FF2B5EF4-FFF2-40B4-BE49-F238E27FC236}">
                <a16:creationId xmlns:a16="http://schemas.microsoft.com/office/drawing/2014/main" id="{6BD8ACD1-4F25-A9E4-196B-C909487C6347}"/>
              </a:ext>
            </a:extLst>
          </p:cNvPr>
          <p:cNvPicPr>
            <a:picLocks noChangeAspect="1"/>
          </p:cNvPicPr>
          <p:nvPr/>
        </p:nvPicPr>
        <p:blipFill>
          <a:blip r:embed="rId4"/>
          <a:stretch>
            <a:fillRect/>
          </a:stretch>
        </p:blipFill>
        <p:spPr>
          <a:xfrm>
            <a:off x="-1588" y="4547943"/>
            <a:ext cx="7115175" cy="2314575"/>
          </a:xfrm>
          <a:prstGeom prst="rect">
            <a:avLst/>
          </a:prstGeom>
        </p:spPr>
      </p:pic>
    </p:spTree>
    <p:extLst>
      <p:ext uri="{BB962C8B-B14F-4D97-AF65-F5344CB8AC3E}">
        <p14:creationId xmlns:p14="http://schemas.microsoft.com/office/powerpoint/2010/main" val="12216310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071380-D6E8-38FF-ACF8-4057A6A6F41D}"/>
              </a:ext>
            </a:extLst>
          </p:cNvPr>
          <p:cNvSpPr>
            <a:spLocks noGrp="1"/>
          </p:cNvSpPr>
          <p:nvPr>
            <p:ph type="dt" sz="half" idx="10"/>
          </p:nvPr>
        </p:nvSpPr>
        <p:spPr/>
        <p:txBody>
          <a:bodyPr/>
          <a:lstStyle/>
          <a:p>
            <a:r>
              <a:rPr lang="en-US"/>
              <a:t>8/06/20XX</a:t>
            </a:r>
            <a:endParaRPr lang="en-US" dirty="0"/>
          </a:p>
        </p:txBody>
      </p:sp>
      <p:sp>
        <p:nvSpPr>
          <p:cNvPr id="3" name="Footer Placeholder 2">
            <a:extLst>
              <a:ext uri="{FF2B5EF4-FFF2-40B4-BE49-F238E27FC236}">
                <a16:creationId xmlns:a16="http://schemas.microsoft.com/office/drawing/2014/main" id="{8083E74A-7748-8342-CBEA-0301839B6D55}"/>
              </a:ext>
            </a:extLst>
          </p:cNvPr>
          <p:cNvSpPr>
            <a:spLocks noGrp="1"/>
          </p:cNvSpPr>
          <p:nvPr>
            <p:ph type="ftr" sz="quarter" idx="11"/>
          </p:nvPr>
        </p:nvSpPr>
        <p:spPr/>
        <p:txBody>
          <a:bodyPr/>
          <a:lstStyle/>
          <a:p>
            <a:r>
              <a:rPr lang="en-US"/>
              <a:t>PITCH DECK</a:t>
            </a:r>
            <a:endParaRPr lang="en-US" dirty="0"/>
          </a:p>
        </p:txBody>
      </p:sp>
      <p:sp>
        <p:nvSpPr>
          <p:cNvPr id="4" name="Slide Number Placeholder 3">
            <a:extLst>
              <a:ext uri="{FF2B5EF4-FFF2-40B4-BE49-F238E27FC236}">
                <a16:creationId xmlns:a16="http://schemas.microsoft.com/office/drawing/2014/main" id="{D2A11F89-E491-0AA9-9444-E3F08F6A5390}"/>
              </a:ext>
            </a:extLst>
          </p:cNvPr>
          <p:cNvSpPr>
            <a:spLocks noGrp="1"/>
          </p:cNvSpPr>
          <p:nvPr>
            <p:ph type="sldNum" sz="quarter" idx="12"/>
          </p:nvPr>
        </p:nvSpPr>
        <p:spPr/>
        <p:txBody>
          <a:bodyPr/>
          <a:lstStyle/>
          <a:p>
            <a:fld id="{A402E4C0-AD5E-4E8C-9F21-7CCE474BDCEB}" type="slidenum">
              <a:rPr lang="en-US" smtClean="0"/>
              <a:t>25</a:t>
            </a:fld>
            <a:endParaRPr lang="en-US" dirty="0"/>
          </a:p>
        </p:txBody>
      </p:sp>
      <p:sp>
        <p:nvSpPr>
          <p:cNvPr id="12" name="Rectangle 11">
            <a:extLst>
              <a:ext uri="{FF2B5EF4-FFF2-40B4-BE49-F238E27FC236}">
                <a16:creationId xmlns:a16="http://schemas.microsoft.com/office/drawing/2014/main" id="{E6FD5B68-5066-F533-8C5F-88C829AE6210}"/>
              </a:ext>
            </a:extLst>
          </p:cNvPr>
          <p:cNvSpPr/>
          <p:nvPr/>
        </p:nvSpPr>
        <p:spPr>
          <a:xfrm>
            <a:off x="0" y="267483"/>
            <a:ext cx="8942877" cy="1754326"/>
          </a:xfrm>
          <a:prstGeom prst="rect">
            <a:avLst/>
          </a:prstGeom>
          <a:noFill/>
        </p:spPr>
        <p:txBody>
          <a:bodyPr wrap="square" lIns="91440" tIns="45720" rIns="91440" bIns="45720" anchor="t">
            <a:spAutoFit/>
          </a:bodyPr>
          <a:lstStyle/>
          <a:p>
            <a:pPr algn="ctr"/>
            <a:r>
              <a:rPr lang="en-US" sz="5400" spc="50" dirty="0">
                <a:ln w="0"/>
                <a:solidFill>
                  <a:schemeClr val="bg2"/>
                </a:solidFill>
                <a:effectLst>
                  <a:innerShdw blurRad="63500" dist="50800" dir="13500000">
                    <a:srgbClr val="000000">
                      <a:alpha val="50000"/>
                    </a:srgbClr>
                  </a:innerShdw>
                </a:effectLst>
                <a:ea typeface="+mn-lt"/>
                <a:cs typeface="+mn-lt"/>
              </a:rPr>
              <a:t>Key Challenge and Resolution</a:t>
            </a:r>
            <a:endParaRPr lang="en-US" dirty="0">
              <a:solidFill>
                <a:schemeClr val="bg2"/>
              </a:solidFill>
            </a:endParaRPr>
          </a:p>
        </p:txBody>
      </p:sp>
      <p:sp>
        <p:nvSpPr>
          <p:cNvPr id="15" name="TextBox 14">
            <a:extLst>
              <a:ext uri="{FF2B5EF4-FFF2-40B4-BE49-F238E27FC236}">
                <a16:creationId xmlns:a16="http://schemas.microsoft.com/office/drawing/2014/main" id="{F255B99B-B7B4-1C74-9BAA-C5C4FCAE7FE5}"/>
              </a:ext>
            </a:extLst>
          </p:cNvPr>
          <p:cNvSpPr txBox="1"/>
          <p:nvPr/>
        </p:nvSpPr>
        <p:spPr>
          <a:xfrm>
            <a:off x="838200" y="2434753"/>
            <a:ext cx="9880600" cy="1754326"/>
          </a:xfrm>
          <a:prstGeom prst="rect">
            <a:avLst/>
          </a:prstGeom>
          <a:noFill/>
        </p:spPr>
        <p:txBody>
          <a:bodyPr wrap="square" lIns="91440" tIns="45720" rIns="91440" bIns="45720" rtlCol="0" anchor="t">
            <a:spAutoFit/>
          </a:bodyPr>
          <a:lstStyle/>
          <a:p>
            <a:r>
              <a:rPr lang="en-US" dirty="0">
                <a:solidFill>
                  <a:schemeClr val="bg1"/>
                </a:solidFill>
                <a:ea typeface="+mn-lt"/>
                <a:cs typeface="+mn-lt"/>
              </a:rPr>
              <a:t>Challenge: Balancing detail with usability</a:t>
            </a:r>
            <a:endParaRPr lang="en-US" dirty="0"/>
          </a:p>
          <a:p>
            <a:r>
              <a:rPr lang="en-US" dirty="0">
                <a:solidFill>
                  <a:schemeClr val="bg1"/>
                </a:solidFill>
                <a:ea typeface="+mn-lt"/>
                <a:cs typeface="+mn-lt"/>
              </a:rPr>
              <a:t>Solution:</a:t>
            </a:r>
            <a:endParaRPr lang="en-US" dirty="0">
              <a:solidFill>
                <a:schemeClr val="bg1"/>
              </a:solidFill>
            </a:endParaRPr>
          </a:p>
          <a:p>
            <a:r>
              <a:rPr lang="en-US" dirty="0">
                <a:solidFill>
                  <a:schemeClr val="bg1"/>
                </a:solidFill>
                <a:ea typeface="+mn-lt"/>
                <a:cs typeface="+mn-lt"/>
              </a:rPr>
              <a:t>- Focused on user-friendly design</a:t>
            </a:r>
            <a:endParaRPr lang="en-US" dirty="0">
              <a:solidFill>
                <a:schemeClr val="bg1"/>
              </a:solidFill>
            </a:endParaRPr>
          </a:p>
          <a:p>
            <a:r>
              <a:rPr lang="en-US" dirty="0">
                <a:solidFill>
                  <a:schemeClr val="bg1"/>
                </a:solidFill>
                <a:ea typeface="+mn-lt"/>
                <a:cs typeface="+mn-lt"/>
              </a:rPr>
              <a:t>- Used clear, simple language and structure</a:t>
            </a:r>
            <a:endParaRPr lang="en-US" dirty="0">
              <a:solidFill>
                <a:schemeClr val="bg1"/>
              </a:solidFill>
            </a:endParaRPr>
          </a:p>
          <a:p>
            <a:pPr lvl="0"/>
            <a:endParaRPr lang="en-US" dirty="0">
              <a:solidFill>
                <a:schemeClr val="bg1"/>
              </a:solidFill>
            </a:endParaRPr>
          </a:p>
          <a:p>
            <a:endParaRPr lang="en-US" dirty="0"/>
          </a:p>
        </p:txBody>
      </p:sp>
    </p:spTree>
    <p:extLst>
      <p:ext uri="{BB962C8B-B14F-4D97-AF65-F5344CB8AC3E}">
        <p14:creationId xmlns:p14="http://schemas.microsoft.com/office/powerpoint/2010/main" val="5413660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descr="A person typing on a computer&#10;&#10;AI-generated content may be incorrect.">
            <a:extLst>
              <a:ext uri="{FF2B5EF4-FFF2-40B4-BE49-F238E27FC236}">
                <a16:creationId xmlns:a16="http://schemas.microsoft.com/office/drawing/2014/main" id="{3BCDEBB0-EA1A-CC10-827B-3375DEBD4B44}"/>
              </a:ext>
            </a:extLst>
          </p:cNvPr>
          <p:cNvPicPr>
            <a:picLocks noGrp="1" noChangeAspect="1"/>
          </p:cNvPicPr>
          <p:nvPr>
            <p:ph type="pic" sz="quarter" idx="13"/>
          </p:nvPr>
        </p:nvPicPr>
        <p:blipFill>
          <a:blip r:embed="rId2">
            <a:extLst>
              <a:ext uri="{837473B0-CC2E-450A-ABE3-18F120FF3D39}">
                <a1611:picAttrSrcUrl xmlns:a1611="http://schemas.microsoft.com/office/drawing/2016/11/main" r:id="rId3"/>
              </a:ext>
            </a:extLst>
          </a:blip>
          <a:srcRect l="29721" r="29721"/>
          <a:stretch>
            <a:fillRect/>
          </a:stretch>
        </p:blipFill>
        <p:spPr/>
      </p:pic>
      <p:sp>
        <p:nvSpPr>
          <p:cNvPr id="3" name="Date Placeholder 2">
            <a:extLst>
              <a:ext uri="{FF2B5EF4-FFF2-40B4-BE49-F238E27FC236}">
                <a16:creationId xmlns:a16="http://schemas.microsoft.com/office/drawing/2014/main" id="{4AA00B7A-F104-4F0B-B3EF-3105C927F32E}"/>
              </a:ext>
            </a:extLst>
          </p:cNvPr>
          <p:cNvSpPr>
            <a:spLocks noGrp="1"/>
          </p:cNvSpPr>
          <p:nvPr>
            <p:ph type="dt" sz="half" idx="10"/>
          </p:nvPr>
        </p:nvSpPr>
        <p:spPr/>
        <p:txBody>
          <a:bodyPr/>
          <a:lstStyle/>
          <a:p>
            <a:r>
              <a:rPr lang="en-US"/>
              <a:t>8/06/20XX</a:t>
            </a:r>
            <a:endParaRPr lang="en-US" dirty="0"/>
          </a:p>
        </p:txBody>
      </p:sp>
      <p:sp>
        <p:nvSpPr>
          <p:cNvPr id="5" name="Footer Placeholder 4">
            <a:extLst>
              <a:ext uri="{FF2B5EF4-FFF2-40B4-BE49-F238E27FC236}">
                <a16:creationId xmlns:a16="http://schemas.microsoft.com/office/drawing/2014/main" id="{F92D768A-0C81-137F-8CDF-F33BD0212E2C}"/>
              </a:ext>
            </a:extLst>
          </p:cNvPr>
          <p:cNvSpPr>
            <a:spLocks noGrp="1"/>
          </p:cNvSpPr>
          <p:nvPr>
            <p:ph type="ftr" sz="quarter" idx="11"/>
          </p:nvPr>
        </p:nvSpPr>
        <p:spPr/>
        <p:txBody>
          <a:bodyPr/>
          <a:lstStyle/>
          <a:p>
            <a:r>
              <a:rPr lang="en-US"/>
              <a:t>PITCH DECK</a:t>
            </a:r>
            <a:endParaRPr lang="en-US" dirty="0"/>
          </a:p>
        </p:txBody>
      </p:sp>
      <p:sp>
        <p:nvSpPr>
          <p:cNvPr id="6" name="Slide Number Placeholder 5">
            <a:extLst>
              <a:ext uri="{FF2B5EF4-FFF2-40B4-BE49-F238E27FC236}">
                <a16:creationId xmlns:a16="http://schemas.microsoft.com/office/drawing/2014/main" id="{4777BB31-FB32-F209-E0C0-FC5BEA40DBFD}"/>
              </a:ext>
            </a:extLst>
          </p:cNvPr>
          <p:cNvSpPr>
            <a:spLocks noGrp="1"/>
          </p:cNvSpPr>
          <p:nvPr>
            <p:ph type="sldNum" sz="quarter" idx="12"/>
          </p:nvPr>
        </p:nvSpPr>
        <p:spPr/>
        <p:txBody>
          <a:bodyPr/>
          <a:lstStyle/>
          <a:p>
            <a:fld id="{A402E4C0-AD5E-4E8C-9F21-7CCE474BDCEB}" type="slidenum">
              <a:rPr lang="en-US" smtClean="0"/>
              <a:t>26</a:t>
            </a:fld>
            <a:endParaRPr lang="en-US" dirty="0"/>
          </a:p>
        </p:txBody>
      </p:sp>
      <p:sp>
        <p:nvSpPr>
          <p:cNvPr id="8" name="Text Placeholder 7">
            <a:extLst>
              <a:ext uri="{FF2B5EF4-FFF2-40B4-BE49-F238E27FC236}">
                <a16:creationId xmlns:a16="http://schemas.microsoft.com/office/drawing/2014/main" id="{F3F1051B-1545-4D1C-AEBE-D0C740B968DD}"/>
              </a:ext>
            </a:extLst>
          </p:cNvPr>
          <p:cNvSpPr>
            <a:spLocks noGrp="1"/>
          </p:cNvSpPr>
          <p:nvPr>
            <p:ph type="body" sz="quarter" idx="27"/>
          </p:nvPr>
        </p:nvSpPr>
        <p:spPr>
          <a:xfrm>
            <a:off x="7817970" y="1609772"/>
            <a:ext cx="3365003" cy="1373842"/>
          </a:xfrm>
        </p:spPr>
        <p:txBody>
          <a:bodyPr/>
          <a:lstStyle/>
          <a:p>
            <a:r>
              <a:rPr lang="en-US" sz="1050" dirty="0"/>
              <a:t>User logs request via: </a:t>
            </a:r>
          </a:p>
          <a:p>
            <a:r>
              <a:rPr lang="en-US" sz="1050" dirty="0"/>
              <a:t>Help Desk Portal  </a:t>
            </a:r>
          </a:p>
          <a:p>
            <a:r>
              <a:rPr lang="en-US" sz="1050" dirty="0"/>
              <a:t>Email: </a:t>
            </a:r>
            <a:r>
              <a:rPr lang="en-US" sz="1050" u="sng" dirty="0" err="1"/>
              <a:t>support@gameof</a:t>
            </a:r>
            <a:r>
              <a:rPr lang="en-US" sz="1050" u="sng" dirty="0"/>
              <a:t> </a:t>
            </a:r>
            <a:r>
              <a:rPr lang="en-US" sz="1050" u="sng" dirty="0" err="1"/>
              <a:t>learning.local</a:t>
            </a:r>
            <a:r>
              <a:rPr lang="en-US" sz="1050" dirty="0"/>
              <a:t> </a:t>
            </a:r>
          </a:p>
          <a:p>
            <a:r>
              <a:rPr lang="en-US" sz="1050" dirty="0"/>
              <a:t>Phone: Help Desk Hotline </a:t>
            </a:r>
          </a:p>
          <a:p>
            <a:r>
              <a:rPr lang="en-US" sz="1050" dirty="0"/>
              <a:t>Walk-in (for urgent issues) </a:t>
            </a:r>
          </a:p>
          <a:p>
            <a:endParaRPr lang="en-US" dirty="0"/>
          </a:p>
        </p:txBody>
      </p:sp>
      <p:sp>
        <p:nvSpPr>
          <p:cNvPr id="10" name="Text Placeholder 9">
            <a:extLst>
              <a:ext uri="{FF2B5EF4-FFF2-40B4-BE49-F238E27FC236}">
                <a16:creationId xmlns:a16="http://schemas.microsoft.com/office/drawing/2014/main" id="{C77EC03F-CA77-6B3B-C459-CC76C8FA8BA3}"/>
              </a:ext>
            </a:extLst>
          </p:cNvPr>
          <p:cNvSpPr>
            <a:spLocks noGrp="1"/>
          </p:cNvSpPr>
          <p:nvPr>
            <p:ph type="body" sz="quarter" idx="28"/>
          </p:nvPr>
        </p:nvSpPr>
        <p:spPr>
          <a:xfrm>
            <a:off x="7817970" y="3129514"/>
            <a:ext cx="3535830" cy="1518641"/>
          </a:xfrm>
        </p:spPr>
        <p:txBody>
          <a:bodyPr/>
          <a:lstStyle/>
          <a:p>
            <a:r>
              <a:rPr lang="en-US" sz="1200" dirty="0"/>
              <a:t>Ticket Creation &amp; Categorization: </a:t>
            </a:r>
          </a:p>
          <a:p>
            <a:r>
              <a:rPr lang="en-US" sz="1200" dirty="0"/>
              <a:t>Issue logged with unique ticket number </a:t>
            </a:r>
          </a:p>
          <a:p>
            <a:r>
              <a:rPr lang="en-US" sz="1200" dirty="0"/>
              <a:t>Classified by type (hardware, software, network, security) and priority (Low/Medium/High/Critical) Response &amp; Resolution:</a:t>
            </a:r>
          </a:p>
        </p:txBody>
      </p:sp>
      <p:sp>
        <p:nvSpPr>
          <p:cNvPr id="11" name="Text Placeholder 10">
            <a:extLst>
              <a:ext uri="{FF2B5EF4-FFF2-40B4-BE49-F238E27FC236}">
                <a16:creationId xmlns:a16="http://schemas.microsoft.com/office/drawing/2014/main" id="{65034262-FCB3-B300-8C25-0D9AAFE4637E}"/>
              </a:ext>
            </a:extLst>
          </p:cNvPr>
          <p:cNvSpPr>
            <a:spLocks noGrp="1"/>
          </p:cNvSpPr>
          <p:nvPr>
            <p:ph type="body" sz="quarter" idx="29"/>
          </p:nvPr>
        </p:nvSpPr>
        <p:spPr>
          <a:xfrm>
            <a:off x="7817969" y="4772046"/>
            <a:ext cx="3535830" cy="1704954"/>
          </a:xfrm>
        </p:spPr>
        <p:txBody>
          <a:bodyPr/>
          <a:lstStyle/>
          <a:p>
            <a:r>
              <a:rPr lang="en-US" sz="1100" dirty="0"/>
              <a:t>Low priority: Resolved within 48 hours </a:t>
            </a:r>
          </a:p>
          <a:p>
            <a:r>
              <a:rPr lang="en-US" sz="1100" dirty="0"/>
              <a:t>Medium priority: Resolved within 24 hours </a:t>
            </a:r>
          </a:p>
          <a:p>
            <a:r>
              <a:rPr lang="en-US" sz="1100" dirty="0"/>
              <a:t>High/Critical: Immediate response, resolved within 4 hours Escalation Procedure: </a:t>
            </a:r>
          </a:p>
          <a:p>
            <a:r>
              <a:rPr lang="en-US" sz="1100" dirty="0"/>
              <a:t>Unresolved tickets escalated to higher-level IT staff or IT Manager Vendor support contacted if required </a:t>
            </a:r>
          </a:p>
          <a:p>
            <a:endParaRPr lang="en-US" dirty="0"/>
          </a:p>
        </p:txBody>
      </p:sp>
      <p:sp>
        <p:nvSpPr>
          <p:cNvPr id="12" name="Title 11">
            <a:extLst>
              <a:ext uri="{FF2B5EF4-FFF2-40B4-BE49-F238E27FC236}">
                <a16:creationId xmlns:a16="http://schemas.microsoft.com/office/drawing/2014/main" id="{AAA75738-28BB-C6F1-9581-C60EBB9E2C71}"/>
              </a:ext>
            </a:extLst>
          </p:cNvPr>
          <p:cNvSpPr>
            <a:spLocks noGrp="1"/>
          </p:cNvSpPr>
          <p:nvPr>
            <p:ph type="title"/>
          </p:nvPr>
        </p:nvSpPr>
        <p:spPr>
          <a:xfrm>
            <a:off x="6207016" y="746631"/>
            <a:ext cx="5184648" cy="652680"/>
          </a:xfrm>
        </p:spPr>
        <p:txBody>
          <a:bodyPr/>
          <a:lstStyle/>
          <a:p>
            <a:r>
              <a:rPr lang="en-US" dirty="0"/>
              <a:t>PROCEDURES FOR REPORTING CONCERNS</a:t>
            </a:r>
          </a:p>
        </p:txBody>
      </p:sp>
    </p:spTree>
    <p:extLst>
      <p:ext uri="{BB962C8B-B14F-4D97-AF65-F5344CB8AC3E}">
        <p14:creationId xmlns:p14="http://schemas.microsoft.com/office/powerpoint/2010/main" val="27027386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4C412891-A8D0-72D6-026A-B7C805E25371}"/>
              </a:ext>
            </a:extLst>
          </p:cNvPr>
          <p:cNvSpPr>
            <a:spLocks noGrp="1"/>
          </p:cNvSpPr>
          <p:nvPr>
            <p:ph type="dt" sz="half" idx="10"/>
          </p:nvPr>
        </p:nvSpPr>
        <p:spPr/>
        <p:txBody>
          <a:bodyPr/>
          <a:lstStyle/>
          <a:p>
            <a:r>
              <a:rPr lang="en-US" dirty="0"/>
              <a:t>8/06/20XX</a:t>
            </a:r>
          </a:p>
        </p:txBody>
      </p:sp>
      <p:sp>
        <p:nvSpPr>
          <p:cNvPr id="5" name="Footer Placeholder 4">
            <a:extLst>
              <a:ext uri="{FF2B5EF4-FFF2-40B4-BE49-F238E27FC236}">
                <a16:creationId xmlns:a16="http://schemas.microsoft.com/office/drawing/2014/main" id="{0D8CBF82-F770-1622-BE3D-C1819E1250FD}"/>
              </a:ext>
            </a:extLst>
          </p:cNvPr>
          <p:cNvSpPr>
            <a:spLocks noGrp="1"/>
          </p:cNvSpPr>
          <p:nvPr>
            <p:ph type="ftr" sz="quarter" idx="11"/>
          </p:nvPr>
        </p:nvSpPr>
        <p:spPr/>
        <p:txBody>
          <a:bodyPr/>
          <a:lstStyle/>
          <a:p>
            <a:r>
              <a:rPr lang="en-US" dirty="0"/>
              <a:t>PITCH DECK</a:t>
            </a:r>
          </a:p>
        </p:txBody>
      </p:sp>
      <p:sp>
        <p:nvSpPr>
          <p:cNvPr id="6" name="Slide Number Placeholder 5">
            <a:extLst>
              <a:ext uri="{FF2B5EF4-FFF2-40B4-BE49-F238E27FC236}">
                <a16:creationId xmlns:a16="http://schemas.microsoft.com/office/drawing/2014/main" id="{7EBC4D7A-79B8-2091-A50E-EC8F8DD9FACF}"/>
              </a:ext>
            </a:extLst>
          </p:cNvPr>
          <p:cNvSpPr>
            <a:spLocks noGrp="1"/>
          </p:cNvSpPr>
          <p:nvPr>
            <p:ph type="sldNum" sz="quarter" idx="12"/>
          </p:nvPr>
        </p:nvSpPr>
        <p:spPr/>
        <p:txBody>
          <a:bodyPr/>
          <a:lstStyle/>
          <a:p>
            <a:fld id="{A402E4C0-AD5E-4E8C-9F21-7CCE474BDCEB}" type="slidenum">
              <a:rPr lang="en-US" smtClean="0"/>
              <a:t>27</a:t>
            </a:fld>
            <a:endParaRPr lang="en-US" dirty="0"/>
          </a:p>
        </p:txBody>
      </p:sp>
      <p:sp>
        <p:nvSpPr>
          <p:cNvPr id="12" name="Title 11">
            <a:extLst>
              <a:ext uri="{FF2B5EF4-FFF2-40B4-BE49-F238E27FC236}">
                <a16:creationId xmlns:a16="http://schemas.microsoft.com/office/drawing/2014/main" id="{A5CE876E-D0FA-675D-FADF-E8C573C0D665}"/>
              </a:ext>
            </a:extLst>
          </p:cNvPr>
          <p:cNvSpPr>
            <a:spLocks noGrp="1"/>
          </p:cNvSpPr>
          <p:nvPr>
            <p:ph type="title"/>
          </p:nvPr>
        </p:nvSpPr>
        <p:spPr/>
        <p:txBody>
          <a:bodyPr/>
          <a:lstStyle/>
          <a:p>
            <a:r>
              <a:rPr lang="en-US" sz="3600" dirty="0">
                <a:ln w="19050">
                  <a:solidFill>
                    <a:prstClr val="white"/>
                  </a:solidFill>
                </a:ln>
              </a:rPr>
              <a:t>FLOOR PLAN AND INTRANET WEBSITE</a:t>
            </a:r>
          </a:p>
        </p:txBody>
      </p:sp>
      <p:pic>
        <p:nvPicPr>
          <p:cNvPr id="16" name="Picture Placeholder 15" descr="A finger touching a touch screen&#10;&#10;AI-generated content may be incorrect.">
            <a:extLst>
              <a:ext uri="{FF2B5EF4-FFF2-40B4-BE49-F238E27FC236}">
                <a16:creationId xmlns:a16="http://schemas.microsoft.com/office/drawing/2014/main" id="{ABB58486-11FB-6550-1F0C-47214EC88017}"/>
              </a:ext>
            </a:extLst>
          </p:cNvPr>
          <p:cNvPicPr>
            <a:picLocks noGrp="1" noChangeAspect="1"/>
          </p:cNvPicPr>
          <p:nvPr>
            <p:ph type="pic" sz="quarter" idx="13"/>
          </p:nvPr>
        </p:nvPicPr>
        <p:blipFill>
          <a:blip r:embed="rId2"/>
          <a:srcRect l="24110" r="24110"/>
          <a:stretch/>
        </p:blipFill>
        <p:spPr>
          <a:xfrm>
            <a:off x="0" y="-530"/>
            <a:ext cx="6096000" cy="6856943"/>
          </a:xfrm>
          <a:prstGeom prst="rect">
            <a:avLst/>
          </a:prstGeom>
        </p:spPr>
      </p:pic>
    </p:spTree>
    <p:extLst>
      <p:ext uri="{BB962C8B-B14F-4D97-AF65-F5344CB8AC3E}">
        <p14:creationId xmlns:p14="http://schemas.microsoft.com/office/powerpoint/2010/main" val="31558639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diagram of a house">
            <a:extLst>
              <a:ext uri="{FF2B5EF4-FFF2-40B4-BE49-F238E27FC236}">
                <a16:creationId xmlns:a16="http://schemas.microsoft.com/office/drawing/2014/main" id="{1F7501B4-13E0-DCB9-8B96-8A94A7428166}"/>
              </a:ext>
            </a:extLst>
          </p:cNvPr>
          <p:cNvPicPr>
            <a:picLocks noGrp="1" noChangeAspect="1"/>
          </p:cNvPicPr>
          <p:nvPr>
            <p:ph type="pic" sz="quarter" idx="13"/>
          </p:nvPr>
        </p:nvPicPr>
        <p:blipFill>
          <a:blip r:embed="rId2"/>
          <a:srcRect t="2432" b="2432"/>
          <a:stretch>
            <a:fillRect/>
          </a:stretch>
        </p:blipFill>
        <p:spPr/>
      </p:pic>
      <p:sp>
        <p:nvSpPr>
          <p:cNvPr id="3" name="Title 2">
            <a:extLst>
              <a:ext uri="{FF2B5EF4-FFF2-40B4-BE49-F238E27FC236}">
                <a16:creationId xmlns:a16="http://schemas.microsoft.com/office/drawing/2014/main" id="{8A8E2E38-21A4-C7F9-F0A2-BC3F03C410DF}"/>
              </a:ext>
            </a:extLst>
          </p:cNvPr>
          <p:cNvSpPr>
            <a:spLocks noGrp="1"/>
          </p:cNvSpPr>
          <p:nvPr>
            <p:ph type="title"/>
          </p:nvPr>
        </p:nvSpPr>
        <p:spPr>
          <a:xfrm>
            <a:off x="7734300" y="1663434"/>
            <a:ext cx="4457698" cy="2692665"/>
          </a:xfrm>
          <a:solidFill>
            <a:schemeClr val="accent1">
              <a:lumMod val="75000"/>
              <a:alpha val="80000"/>
            </a:schemeClr>
          </a:solidFill>
        </p:spPr>
        <p:txBody>
          <a:bodyPr/>
          <a:lstStyle/>
          <a:p>
            <a:r>
              <a:rPr lang="en-US" b="1" cap="none" spc="50" dirty="0">
                <a:ln w="0"/>
                <a:solidFill>
                  <a:schemeClr val="bg2"/>
                </a:solidFill>
                <a:effectLst>
                  <a:innerShdw blurRad="63500" dist="50800" dir="13500000">
                    <a:srgbClr val="000000">
                      <a:alpha val="50000"/>
                    </a:srgbClr>
                  </a:innerShdw>
                </a:effectLst>
              </a:rPr>
              <a:t>Floor plan(6 weeks)</a:t>
            </a:r>
          </a:p>
        </p:txBody>
      </p:sp>
    </p:spTree>
    <p:extLst>
      <p:ext uri="{BB962C8B-B14F-4D97-AF65-F5344CB8AC3E}">
        <p14:creationId xmlns:p14="http://schemas.microsoft.com/office/powerpoint/2010/main" val="11930291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diagram of a house&#10;&#10;AI-generated content may be incorrect.">
            <a:extLst>
              <a:ext uri="{FF2B5EF4-FFF2-40B4-BE49-F238E27FC236}">
                <a16:creationId xmlns:a16="http://schemas.microsoft.com/office/drawing/2014/main" id="{8B8C115F-B862-4155-14C0-795F86B5F59B}"/>
              </a:ext>
            </a:extLst>
          </p:cNvPr>
          <p:cNvPicPr>
            <a:picLocks noGrp="1" noChangeAspect="1"/>
          </p:cNvPicPr>
          <p:nvPr>
            <p:ph type="pic" sz="quarter" idx="13"/>
          </p:nvPr>
        </p:nvPicPr>
        <p:blipFill>
          <a:blip r:embed="rId2"/>
          <a:srcRect t="2432" b="2432"/>
          <a:stretch>
            <a:fillRect/>
          </a:stretch>
        </p:blipFill>
        <p:spPr/>
      </p:pic>
      <p:sp>
        <p:nvSpPr>
          <p:cNvPr id="3" name="Title 2">
            <a:extLst>
              <a:ext uri="{FF2B5EF4-FFF2-40B4-BE49-F238E27FC236}">
                <a16:creationId xmlns:a16="http://schemas.microsoft.com/office/drawing/2014/main" id="{FFF05CF8-9AE9-CBB2-AA57-6DB98C239085}"/>
              </a:ext>
            </a:extLst>
          </p:cNvPr>
          <p:cNvSpPr>
            <a:spLocks noGrp="1"/>
          </p:cNvSpPr>
          <p:nvPr>
            <p:ph type="title"/>
          </p:nvPr>
        </p:nvSpPr>
        <p:spPr>
          <a:xfrm>
            <a:off x="7577135" y="1663434"/>
            <a:ext cx="4614863" cy="2692665"/>
          </a:xfrm>
          <a:solidFill>
            <a:schemeClr val="tx2">
              <a:lumMod val="75000"/>
              <a:lumOff val="25000"/>
              <a:alpha val="80000"/>
            </a:schemeClr>
          </a:solidFill>
        </p:spPr>
        <p:txBody>
          <a:bodyPr/>
          <a:lstStyle/>
          <a:p>
            <a:r>
              <a:rPr lang="en-US" b="1" cap="none" spc="50" dirty="0">
                <a:ln w="0"/>
                <a:solidFill>
                  <a:schemeClr val="bg2"/>
                </a:solidFill>
                <a:effectLst>
                  <a:innerShdw blurRad="63500" dist="50800" dir="13500000">
                    <a:srgbClr val="000000">
                      <a:alpha val="50000"/>
                    </a:srgbClr>
                  </a:innerShdw>
                </a:effectLst>
              </a:rPr>
              <a:t>Floor plan(2 months)</a:t>
            </a:r>
          </a:p>
        </p:txBody>
      </p:sp>
    </p:spTree>
    <p:extLst>
      <p:ext uri="{BB962C8B-B14F-4D97-AF65-F5344CB8AC3E}">
        <p14:creationId xmlns:p14="http://schemas.microsoft.com/office/powerpoint/2010/main" val="28863232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A neon sign with blue and purple lights&#10;&#10;AI-generated content may be incorrect.">
            <a:extLst>
              <a:ext uri="{FF2B5EF4-FFF2-40B4-BE49-F238E27FC236}">
                <a16:creationId xmlns:a16="http://schemas.microsoft.com/office/drawing/2014/main" id="{7C9D44D5-AC4C-14BE-C892-475456D105A5}"/>
              </a:ext>
            </a:extLst>
          </p:cNvPr>
          <p:cNvPicPr>
            <a:picLocks noGrp="1" noChangeAspect="1"/>
          </p:cNvPicPr>
          <p:nvPr>
            <p:ph type="pic" sz="quarter" idx="13"/>
          </p:nvPr>
        </p:nvPicPr>
        <p:blipFill>
          <a:blip r:embed="rId2"/>
          <a:srcRect t="8274" b="8274"/>
          <a:stretch>
            <a:fillRect/>
          </a:stretch>
        </p:blipFill>
        <p:spPr/>
      </p:pic>
      <p:sp>
        <p:nvSpPr>
          <p:cNvPr id="3" name="Title 2">
            <a:extLst>
              <a:ext uri="{FF2B5EF4-FFF2-40B4-BE49-F238E27FC236}">
                <a16:creationId xmlns:a16="http://schemas.microsoft.com/office/drawing/2014/main" id="{658747C0-552F-BAEE-AE00-28E16CB80D62}"/>
              </a:ext>
            </a:extLst>
          </p:cNvPr>
          <p:cNvSpPr>
            <a:spLocks noGrp="1"/>
          </p:cNvSpPr>
          <p:nvPr>
            <p:ph type="title"/>
          </p:nvPr>
        </p:nvSpPr>
        <p:spPr>
          <a:xfrm>
            <a:off x="7079404" y="1881922"/>
            <a:ext cx="5137500" cy="3084630"/>
          </a:xfrm>
          <a:solidFill>
            <a:schemeClr val="accent5">
              <a:lumMod val="20000"/>
              <a:lumOff val="80000"/>
              <a:alpha val="93000"/>
            </a:schemeClr>
          </a:solidFill>
        </p:spPr>
        <p:txBody>
          <a:bodyPr>
            <a:normAutofit/>
            <a:scene3d>
              <a:camera prst="orthographicFront"/>
              <a:lightRig rig="soft" dir="t">
                <a:rot lat="0" lon="0" rev="15600000"/>
              </a:lightRig>
            </a:scene3d>
            <a:sp3d extrusionH="57150" prstMaterial="softEdge">
              <a:bevelT w="25400" h="38100"/>
            </a:sp3d>
          </a:bodyPr>
          <a:lstStyle/>
          <a:p>
            <a:r>
              <a:rPr lang="en-US" sz="4800" b="1" dirty="0">
                <a:ln/>
                <a:solidFill>
                  <a:schemeClr val="accent4"/>
                </a:solidFill>
              </a:rPr>
              <a:t>WEBSITE</a:t>
            </a:r>
          </a:p>
        </p:txBody>
      </p:sp>
      <p:sp>
        <p:nvSpPr>
          <p:cNvPr id="5" name="Date Placeholder 4">
            <a:extLst>
              <a:ext uri="{FF2B5EF4-FFF2-40B4-BE49-F238E27FC236}">
                <a16:creationId xmlns:a16="http://schemas.microsoft.com/office/drawing/2014/main" id="{874348A9-9F41-7FB6-B438-2C7AC57DCF12}"/>
              </a:ext>
            </a:extLst>
          </p:cNvPr>
          <p:cNvSpPr>
            <a:spLocks noGrp="1"/>
          </p:cNvSpPr>
          <p:nvPr>
            <p:ph type="dt" sz="half" idx="10"/>
          </p:nvPr>
        </p:nvSpPr>
        <p:spPr/>
        <p:txBody>
          <a:bodyPr/>
          <a:lstStyle/>
          <a:p>
            <a:r>
              <a:rPr lang="en-US"/>
              <a:t>8/06/20XX</a:t>
            </a:r>
            <a:endParaRPr lang="en-US" dirty="0"/>
          </a:p>
        </p:txBody>
      </p:sp>
      <p:sp>
        <p:nvSpPr>
          <p:cNvPr id="6" name="Footer Placeholder 5">
            <a:extLst>
              <a:ext uri="{FF2B5EF4-FFF2-40B4-BE49-F238E27FC236}">
                <a16:creationId xmlns:a16="http://schemas.microsoft.com/office/drawing/2014/main" id="{17C77089-F432-3930-8E8C-60E497B517F2}"/>
              </a:ext>
            </a:extLst>
          </p:cNvPr>
          <p:cNvSpPr>
            <a:spLocks noGrp="1"/>
          </p:cNvSpPr>
          <p:nvPr>
            <p:ph type="ftr" sz="quarter" idx="11"/>
          </p:nvPr>
        </p:nvSpPr>
        <p:spPr/>
        <p:txBody>
          <a:bodyPr/>
          <a:lstStyle/>
          <a:p>
            <a:r>
              <a:rPr lang="en-US"/>
              <a:t>PITCH DECK</a:t>
            </a:r>
            <a:endParaRPr lang="en-US" dirty="0"/>
          </a:p>
        </p:txBody>
      </p:sp>
      <p:sp>
        <p:nvSpPr>
          <p:cNvPr id="7" name="Slide Number Placeholder 6">
            <a:extLst>
              <a:ext uri="{FF2B5EF4-FFF2-40B4-BE49-F238E27FC236}">
                <a16:creationId xmlns:a16="http://schemas.microsoft.com/office/drawing/2014/main" id="{8559814E-37EC-4DE6-E670-9F0179E2ADC8}"/>
              </a:ext>
            </a:extLst>
          </p:cNvPr>
          <p:cNvSpPr>
            <a:spLocks noGrp="1"/>
          </p:cNvSpPr>
          <p:nvPr>
            <p:ph type="sldNum" sz="quarter" idx="12"/>
          </p:nvPr>
        </p:nvSpPr>
        <p:spPr/>
        <p:txBody>
          <a:bodyPr/>
          <a:lstStyle/>
          <a:p>
            <a:fld id="{A402E4C0-AD5E-4E8C-9F21-7CCE474BDCEB}" type="slidenum">
              <a:rPr lang="en-US" smtClean="0"/>
              <a:t>30</a:t>
            </a:fld>
            <a:endParaRPr lang="en-US" dirty="0"/>
          </a:p>
        </p:txBody>
      </p:sp>
    </p:spTree>
    <p:extLst>
      <p:ext uri="{BB962C8B-B14F-4D97-AF65-F5344CB8AC3E}">
        <p14:creationId xmlns:p14="http://schemas.microsoft.com/office/powerpoint/2010/main" val="4774827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descr="A woman with VR goggles on her face&#10;">
            <a:extLst>
              <a:ext uri="{FF2B5EF4-FFF2-40B4-BE49-F238E27FC236}">
                <a16:creationId xmlns:a16="http://schemas.microsoft.com/office/drawing/2014/main" id="{1959E133-823F-48B7-89C9-820E4A34383A}"/>
              </a:ext>
            </a:extLst>
          </p:cNvPr>
          <p:cNvPicPr>
            <a:picLocks noGrp="1" noChangeAspect="1"/>
          </p:cNvPicPr>
          <p:nvPr>
            <p:ph type="pic" sz="quarter" idx="13"/>
          </p:nvPr>
        </p:nvPicPr>
        <p:blipFill rotWithShape="1">
          <a:blip r:embed="rId2" cstate="email">
            <a:extLst>
              <a:ext uri="{28A0092B-C50C-407E-A947-70E740481C1C}">
                <a14:useLocalDpi xmlns:a14="http://schemas.microsoft.com/office/drawing/2010/main"/>
              </a:ext>
            </a:extLst>
          </a:blip>
          <a:srcRect l="11" r="11"/>
          <a:stretch/>
        </p:blipFill>
        <p:spPr/>
      </p:pic>
      <p:sp>
        <p:nvSpPr>
          <p:cNvPr id="10" name="Date Placeholder 9">
            <a:extLst>
              <a:ext uri="{FF2B5EF4-FFF2-40B4-BE49-F238E27FC236}">
                <a16:creationId xmlns:a16="http://schemas.microsoft.com/office/drawing/2014/main" id="{66152713-A6DC-4A10-9404-2F7F1F4B1AB9}"/>
              </a:ext>
            </a:extLst>
          </p:cNvPr>
          <p:cNvSpPr>
            <a:spLocks noGrp="1"/>
          </p:cNvSpPr>
          <p:nvPr>
            <p:ph type="dt" sz="half" idx="10"/>
          </p:nvPr>
        </p:nvSpPr>
        <p:spPr/>
        <p:txBody>
          <a:bodyPr/>
          <a:lstStyle/>
          <a:p>
            <a:r>
              <a:rPr lang="en-US" dirty="0"/>
              <a:t>8/06/20XX</a:t>
            </a:r>
          </a:p>
        </p:txBody>
      </p:sp>
      <p:sp>
        <p:nvSpPr>
          <p:cNvPr id="11" name="Footer Placeholder 10">
            <a:extLst>
              <a:ext uri="{FF2B5EF4-FFF2-40B4-BE49-F238E27FC236}">
                <a16:creationId xmlns:a16="http://schemas.microsoft.com/office/drawing/2014/main" id="{313ACD80-E8DD-409F-A517-A832D3421C83}"/>
              </a:ext>
            </a:extLst>
          </p:cNvPr>
          <p:cNvSpPr>
            <a:spLocks noGrp="1"/>
          </p:cNvSpPr>
          <p:nvPr>
            <p:ph type="ftr" sz="quarter" idx="11"/>
          </p:nvPr>
        </p:nvSpPr>
        <p:spPr/>
        <p:txBody>
          <a:bodyPr/>
          <a:lstStyle/>
          <a:p>
            <a:r>
              <a:rPr lang="en-US" dirty="0"/>
              <a:t>PITCH DECK</a:t>
            </a:r>
          </a:p>
        </p:txBody>
      </p:sp>
      <p:sp>
        <p:nvSpPr>
          <p:cNvPr id="12" name="Slide Number Placeholder 11">
            <a:extLst>
              <a:ext uri="{FF2B5EF4-FFF2-40B4-BE49-F238E27FC236}">
                <a16:creationId xmlns:a16="http://schemas.microsoft.com/office/drawing/2014/main" id="{1F967A96-6B86-484C-8592-14A44DA72C4F}"/>
              </a:ext>
            </a:extLst>
          </p:cNvPr>
          <p:cNvSpPr>
            <a:spLocks noGrp="1"/>
          </p:cNvSpPr>
          <p:nvPr>
            <p:ph type="sldNum" sz="quarter" idx="12"/>
          </p:nvPr>
        </p:nvSpPr>
        <p:spPr/>
        <p:txBody>
          <a:bodyPr/>
          <a:lstStyle/>
          <a:p>
            <a:fld id="{A402E4C0-AD5E-4E8C-9F21-7CCE474BDCEB}" type="slidenum">
              <a:rPr lang="en-US" smtClean="0"/>
              <a:pPr/>
              <a:t>31</a:t>
            </a:fld>
            <a:endParaRPr lang="en-US" dirty="0"/>
          </a:p>
        </p:txBody>
      </p:sp>
      <p:sp>
        <p:nvSpPr>
          <p:cNvPr id="15" name="Title 14">
            <a:extLst>
              <a:ext uri="{FF2B5EF4-FFF2-40B4-BE49-F238E27FC236}">
                <a16:creationId xmlns:a16="http://schemas.microsoft.com/office/drawing/2014/main" id="{FE60C9E5-E020-489F-8A9F-BCBE2A0C3BBC}"/>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15056969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a90fdaf4-89d4-4277-a465-5b2d3727d39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E6B5A2F096BBC40AA0639B7FE2DC7D3" ma:contentTypeVersion="10" ma:contentTypeDescription="Create a new document." ma:contentTypeScope="" ma:versionID="05b3c79e13b89e4ed417e264ef4e606f">
  <xsd:schema xmlns:xsd="http://www.w3.org/2001/XMLSchema" xmlns:xs="http://www.w3.org/2001/XMLSchema" xmlns:p="http://schemas.microsoft.com/office/2006/metadata/properties" xmlns:ns3="a90fdaf4-89d4-4277-a465-5b2d3727d39c" targetNamespace="http://schemas.microsoft.com/office/2006/metadata/properties" ma:root="true" ma:fieldsID="41a60d7764543e04453fa5e36ce270dc" ns3:_="">
    <xsd:import namespace="a90fdaf4-89d4-4277-a465-5b2d3727d39c"/>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SystemTags" minOccurs="0"/>
                <xsd:element ref="ns3:MediaServiceOCR" minOccurs="0"/>
                <xsd:element ref="ns3:MediaServiceGenerationTime" minOccurs="0"/>
                <xsd:element ref="ns3:MediaServiceEventHashCode"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90fdaf4-89d4-4277-a465-5b2d3727d39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_activity" ma:index="17"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1D2FAC4-C1D8-4FBC-AFD8-786609711A54}">
  <ds:schemaRefs>
    <ds:schemaRef ds:uri="http://schemas.microsoft.com/office/2006/metadata/properties"/>
    <ds:schemaRef ds:uri="http://purl.org/dc/terms/"/>
    <ds:schemaRef ds:uri="http://schemas.microsoft.com/office/infopath/2007/PartnerControls"/>
    <ds:schemaRef ds:uri="http://schemas.microsoft.com/office/2006/documentManagement/types"/>
    <ds:schemaRef ds:uri="http://purl.org/dc/elements/1.1/"/>
    <ds:schemaRef ds:uri="http://schemas.openxmlformats.org/package/2006/metadata/core-properties"/>
    <ds:schemaRef ds:uri="a90fdaf4-89d4-4277-a465-5b2d3727d39c"/>
    <ds:schemaRef ds:uri="http://www.w3.org/XML/1998/namespace"/>
    <ds:schemaRef ds:uri="http://purl.org/dc/dcmitype/"/>
  </ds:schemaRefs>
</ds:datastoreItem>
</file>

<file path=customXml/itemProps2.xml><?xml version="1.0" encoding="utf-8"?>
<ds:datastoreItem xmlns:ds="http://schemas.openxmlformats.org/officeDocument/2006/customXml" ds:itemID="{BE89A24D-CD69-45A4-AC93-53B8115AA413}">
  <ds:schemaRefs>
    <ds:schemaRef ds:uri="http://schemas.microsoft.com/sharepoint/v3/contenttype/forms"/>
  </ds:schemaRefs>
</ds:datastoreItem>
</file>

<file path=customXml/itemProps3.xml><?xml version="1.0" encoding="utf-8"?>
<ds:datastoreItem xmlns:ds="http://schemas.openxmlformats.org/officeDocument/2006/customXml" ds:itemID="{B49C5AA6-3C53-4722-B5F0-E09333D697D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90fdaf4-89d4-4277-a465-5b2d3727d39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10c8f44-f469-448f-bc0d-d781288ff01b}" enabled="0" method="" siteId="{e10c8f44-f469-448f-bc0d-d781288ff01b}" removed="1"/>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186</TotalTime>
  <Words>1163</Words>
  <Application>Microsoft Office PowerPoint</Application>
  <PresentationFormat>Widescreen</PresentationFormat>
  <Paragraphs>208</Paragraphs>
  <Slides>31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Aptos</vt:lpstr>
      <vt:lpstr>Aptos Display</vt:lpstr>
      <vt:lpstr>Arial</vt:lpstr>
      <vt:lpstr>Calibri</vt:lpstr>
      <vt:lpstr>Courier New</vt:lpstr>
      <vt:lpstr>Posterama</vt:lpstr>
      <vt:lpstr>Times New Roman</vt:lpstr>
      <vt:lpstr>Wingdings</vt:lpstr>
      <vt:lpstr>Office Theme</vt:lpstr>
      <vt:lpstr>GAME4LEARNING</vt:lpstr>
      <vt:lpstr>INTRODUCTION</vt:lpstr>
      <vt:lpstr>MILESTONES</vt:lpstr>
      <vt:lpstr>RISK MANAGEMENT</vt:lpstr>
      <vt:lpstr>FEASIBILITIES</vt:lpstr>
      <vt:lpstr>Funding</vt:lpstr>
      <vt:lpstr>NETWORK FOR SITE B</vt:lpstr>
      <vt:lpstr>INTRODUCTION</vt:lpstr>
      <vt:lpstr>NETWORK TOPOLOGY</vt:lpstr>
      <vt:lpstr>PowerPoint Presentation</vt:lpstr>
      <vt:lpstr>SECURITY MEASURES</vt:lpstr>
      <vt:lpstr>DISASTER RECOVERY PLAN</vt:lpstr>
      <vt:lpstr>introduction</vt:lpstr>
      <vt:lpstr>PURPOSE</vt:lpstr>
      <vt:lpstr>OBJECTIVES</vt:lpstr>
      <vt:lpstr>SCOPE</vt:lpstr>
      <vt:lpstr>RISK IDENTIFICATION</vt:lpstr>
      <vt:lpstr>BACKUP STRATEGY</vt:lpstr>
      <vt:lpstr>Recovery stages</vt:lpstr>
      <vt:lpstr>COMMUNICATION PLAN</vt:lpstr>
      <vt:lpstr>Review &amp; maintenance</vt:lpstr>
      <vt:lpstr>STANDARD OPERATING PROCEDURE (SOP)</vt:lpstr>
      <vt:lpstr>Roles and responsibilities</vt:lpstr>
      <vt:lpstr>Application to the Project  </vt:lpstr>
      <vt:lpstr>PowerPoint Presentation</vt:lpstr>
      <vt:lpstr>PROCEDURES FOR REPORTING CONCERNS</vt:lpstr>
      <vt:lpstr>FLOOR PLAN AND INTRANET WEBSITE</vt:lpstr>
      <vt:lpstr>Floor plan(6 weeks)</vt:lpstr>
      <vt:lpstr>Floor plan(2 months)</vt:lpstr>
      <vt:lpstr>WEBSITE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Winston Vusumuzi Dube</dc:creator>
  <cp:lastModifiedBy>Winston Vusumuzi Dube</cp:lastModifiedBy>
  <cp:revision>108</cp:revision>
  <dcterms:created xsi:type="dcterms:W3CDTF">2025-10-22T10:28:05Z</dcterms:created>
  <dcterms:modified xsi:type="dcterms:W3CDTF">2025-10-23T10:29:55Z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0x0101004E6B5A2F096BBC40AA0639B7FE2DC7D3</vt:lpwstr>
  </property>
</Properties>
</file>